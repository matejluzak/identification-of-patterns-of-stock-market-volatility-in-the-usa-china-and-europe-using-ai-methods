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/>
              <a:t>Identifikácia vzorov v časových radoch pre komparáciu volatility akciových trhov USA, Číny a Európy pomocou metód umelej inteligencie</a:t>
            </a:r>
            <a:endParaRPr lang="sk-SK" sz="32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Ciele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58528"/>
            <a:ext cx="10168128" cy="385083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1800" b="1" dirty="0"/>
              <a:t>Hlavný cieľ</a:t>
            </a:r>
          </a:p>
          <a:p>
            <a:r>
              <a:rPr lang="sk-SK" sz="1800" dirty="0"/>
              <a:t>Analyzovať a porovnať volatilitu akciových trhov v USA, Číne a Európe v období pred pandémiou COVID-19,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/>
              <a:t>Čiastkové ciele</a:t>
            </a:r>
          </a:p>
          <a:p>
            <a:r>
              <a:rPr lang="sk-SK" sz="1800" dirty="0"/>
              <a:t>Získať vhodné časové rady akciových trhov USA, Európy a Číny,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ekonometrické modely a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b="1" dirty="0"/>
              <a:t>H1: </a:t>
            </a:r>
            <a:r>
              <a:rPr lang="sk-SK" sz="1800" dirty="0"/>
              <a:t>Obdobie pandémie COVID-19 viedlo k štatisticky významnému zvýšeniu volatility vybraných akciových indexov USA, Európy a Číny.</a:t>
            </a:r>
          </a:p>
          <a:p>
            <a:r>
              <a:rPr lang="sk-SK" sz="1800" b="1" dirty="0"/>
              <a:t>H2: </a:t>
            </a:r>
            <a:r>
              <a:rPr lang="sk-SK" sz="1800" dirty="0"/>
              <a:t>Dynamika volatility sa medzi vybranými trhmi USA, Európy a Číny štatisticky významne líši.</a:t>
            </a:r>
          </a:p>
          <a:p>
            <a:r>
              <a:rPr lang="sk-SK" sz="1800" b="1" dirty="0"/>
              <a:t>H3: </a:t>
            </a:r>
            <a:r>
              <a:rPr lang="sk-SK" sz="1800" dirty="0"/>
              <a:t>Asymetrické modely volatility dosahujú lepšiu výkonnosť počas krízových období ako symetrické modely volatility.</a:t>
            </a:r>
          </a:p>
          <a:p>
            <a:r>
              <a:rPr lang="sk-SK" sz="1800" b="1" dirty="0"/>
              <a:t>H4: </a:t>
            </a:r>
            <a:r>
              <a:rPr lang="sk-SK" sz="18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1800" b="1" dirty="0"/>
              <a:t>H5: </a:t>
            </a:r>
            <a:r>
              <a:rPr lang="sk-SK" sz="18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Očakávané prínosy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Návrh metodológie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57EBD8-C4CD-26FC-663A-384167972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Ekonometrické modely volatility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79A626-0957-A7B7-7474-1B36ABEB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Modely strojového učenia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F3C74A6-60FF-5A06-5333-1F6C59011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242375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/>
              <a:t>Ďakujem za pozornosť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BCF468-DBAB-6699-63A4-279F119AA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Zdroje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CA83222-6BB6-CEE6-99B5-F79D7688B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4186765228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108</TotalTime>
  <Words>228</Words>
  <Application>Microsoft Office PowerPoint</Application>
  <PresentationFormat>Širokouhlá</PresentationFormat>
  <Paragraphs>27</Paragraphs>
  <Slides>11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5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práce</vt:lpstr>
      <vt:lpstr>Hypotézy</vt:lpstr>
      <vt:lpstr>Očakávané prínosy práce</vt:lpstr>
      <vt:lpstr>Návrh metodológie výskumu</vt:lpstr>
      <vt:lpstr>Získanie a predspracovanie dát</vt:lpstr>
      <vt:lpstr>Ekonometrické modely volatility</vt:lpstr>
      <vt:lpstr>Modely strojového učenia</vt:lpstr>
      <vt:lpstr>Vyhodnotenie výsledkov</vt:lpstr>
      <vt:lpstr>Ďakujem za pozornosť</vt:lpstr>
      <vt:lpstr>Zdroje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4</cp:revision>
  <dcterms:created xsi:type="dcterms:W3CDTF">2026-06-01T16:03:27Z</dcterms:created>
  <dcterms:modified xsi:type="dcterms:W3CDTF">2026-06-01T17:52:18Z</dcterms:modified>
</cp:coreProperties>
</file>