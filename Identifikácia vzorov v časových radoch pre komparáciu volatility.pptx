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A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665338B-645B-41AE-983D-65FFD2CDBEFF}" type="doc">
      <dgm:prSet loTypeId="urn:microsoft.com/office/officeart/2005/8/layout/hProcess4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sk-SK"/>
        </a:p>
      </dgm:t>
    </dgm:pt>
    <dgm:pt modelId="{D6FB274B-FC90-4E83-AEF4-3C4FAD353500}">
      <dgm:prSet phldrT="[Text]" phldr="0" custT="1"/>
      <dgm:spPr/>
      <dgm:t>
        <a:bodyPr/>
        <a:lstStyle/>
        <a:p>
          <a:r>
            <a:rPr lang="sk-SK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Dáta</a:t>
          </a:r>
        </a:p>
      </dgm:t>
    </dgm:pt>
    <dgm:pt modelId="{5A19F18F-4921-423D-81BF-A1FD0D5AC97B}" type="parTrans" cxnId="{A76D05C4-A12A-4B98-9194-3F92D8D6E43A}">
      <dgm:prSet/>
      <dgm:spPr/>
      <dgm:t>
        <a:bodyPr/>
        <a:lstStyle/>
        <a:p>
          <a:endParaRPr lang="sk-SK"/>
        </a:p>
      </dgm:t>
    </dgm:pt>
    <dgm:pt modelId="{8B704CD4-C4A3-4CA8-9E6D-3F5A58FB5A6E}" type="sibTrans" cxnId="{A76D05C4-A12A-4B98-9194-3F92D8D6E43A}">
      <dgm:prSet/>
      <dgm:spPr/>
      <dgm:t>
        <a:bodyPr/>
        <a:lstStyle/>
        <a:p>
          <a:endParaRPr lang="sk-SK"/>
        </a:p>
      </dgm:t>
    </dgm:pt>
    <dgm:pt modelId="{8D030EC8-A772-4D56-8F07-0AE23381547A}">
      <dgm:prSet phldrT="[Text]" phldr="0" custT="1"/>
      <dgm:spPr/>
      <dgm:t>
        <a:bodyPr/>
        <a:lstStyle/>
        <a:p>
          <a:pPr>
            <a:lnSpc>
              <a:spcPct val="100000"/>
            </a:lnSpc>
          </a:pPr>
          <a:r>
            <a:rPr lang="sk-SK" sz="1400" dirty="0"/>
            <a:t>Denné ceny akcií</a:t>
          </a:r>
        </a:p>
      </dgm:t>
    </dgm:pt>
    <dgm:pt modelId="{56A50F41-90CC-4204-BD46-5BCD743A617F}" type="parTrans" cxnId="{1A5E9831-AA81-46C6-A3CF-EE502DBFA388}">
      <dgm:prSet/>
      <dgm:spPr/>
      <dgm:t>
        <a:bodyPr/>
        <a:lstStyle/>
        <a:p>
          <a:endParaRPr lang="sk-SK"/>
        </a:p>
      </dgm:t>
    </dgm:pt>
    <dgm:pt modelId="{DFF0C2CB-6DE0-4245-BB0D-46B347A9190B}" type="sibTrans" cxnId="{1A5E9831-AA81-46C6-A3CF-EE502DBFA388}">
      <dgm:prSet/>
      <dgm:spPr/>
      <dgm:t>
        <a:bodyPr/>
        <a:lstStyle/>
        <a:p>
          <a:endParaRPr lang="sk-SK"/>
        </a:p>
      </dgm:t>
    </dgm:pt>
    <dgm:pt modelId="{0B006AC3-28C8-4288-AFED-91FA3D0A00F9}">
      <dgm:prSet phldrT="[Text]" phldr="0" custT="1"/>
      <dgm:spPr/>
      <dgm:t>
        <a:bodyPr/>
        <a:lstStyle/>
        <a:p>
          <a:pPr>
            <a:lnSpc>
              <a:spcPct val="100000"/>
            </a:lnSpc>
          </a:pPr>
          <a:r>
            <a:rPr lang="sk-SK" sz="1400" dirty="0" err="1"/>
            <a:t>Exploračná</a:t>
          </a:r>
          <a:r>
            <a:rPr lang="sk-SK" sz="1400" dirty="0"/>
            <a:t> analýza</a:t>
          </a:r>
        </a:p>
      </dgm:t>
    </dgm:pt>
    <dgm:pt modelId="{3666285E-AE42-426B-A018-E0BA7E841619}" type="parTrans" cxnId="{3CB867B9-6F43-4AB6-9530-DB6C5EF59301}">
      <dgm:prSet/>
      <dgm:spPr/>
      <dgm:t>
        <a:bodyPr/>
        <a:lstStyle/>
        <a:p>
          <a:endParaRPr lang="sk-SK"/>
        </a:p>
      </dgm:t>
    </dgm:pt>
    <dgm:pt modelId="{80AA56DF-E813-4B21-A7F1-6FEC4A8ABA5B}" type="sibTrans" cxnId="{3CB867B9-6F43-4AB6-9530-DB6C5EF59301}">
      <dgm:prSet/>
      <dgm:spPr/>
      <dgm:t>
        <a:bodyPr/>
        <a:lstStyle/>
        <a:p>
          <a:endParaRPr lang="sk-SK"/>
        </a:p>
      </dgm:t>
    </dgm:pt>
    <dgm:pt modelId="{2207399F-F7A9-4246-825E-CB2F59081A8E}">
      <dgm:prSet phldrT="[Text]" phldr="0" custT="1"/>
      <dgm:spPr/>
      <dgm:t>
        <a:bodyPr/>
        <a:lstStyle/>
        <a:p>
          <a:r>
            <a:rPr lang="sk-SK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Volatilita</a:t>
          </a:r>
        </a:p>
      </dgm:t>
    </dgm:pt>
    <dgm:pt modelId="{0BBDA673-1136-4713-8084-109E95915A75}" type="parTrans" cxnId="{E51FFEC5-0C48-4BFD-9DD2-0E5F0D9F9B63}">
      <dgm:prSet/>
      <dgm:spPr/>
      <dgm:t>
        <a:bodyPr/>
        <a:lstStyle/>
        <a:p>
          <a:endParaRPr lang="sk-SK"/>
        </a:p>
      </dgm:t>
    </dgm:pt>
    <dgm:pt modelId="{4151D506-449B-4309-95E1-51332BF9EED7}" type="sibTrans" cxnId="{E51FFEC5-0C48-4BFD-9DD2-0E5F0D9F9B63}">
      <dgm:prSet/>
      <dgm:spPr/>
      <dgm:t>
        <a:bodyPr/>
        <a:lstStyle/>
        <a:p>
          <a:endParaRPr lang="sk-SK">
            <a:solidFill>
              <a:schemeClr val="tx1"/>
            </a:solidFill>
          </a:endParaRPr>
        </a:p>
      </dgm:t>
    </dgm:pt>
    <dgm:pt modelId="{3ED2CA7C-8CF3-4C7D-B586-70BE48490C21}">
      <dgm:prSet phldrT="[Text]" phldr="0" custT="1"/>
      <dgm:spPr/>
      <dgm:t>
        <a:bodyPr/>
        <a:lstStyle/>
        <a:p>
          <a:pPr>
            <a:lnSpc>
              <a:spcPct val="100000"/>
            </a:lnSpc>
          </a:pPr>
          <a:r>
            <a:rPr lang="sk-SK" sz="1400" dirty="0"/>
            <a:t>Log výnosy</a:t>
          </a:r>
        </a:p>
      </dgm:t>
    </dgm:pt>
    <dgm:pt modelId="{30A02569-3B28-4898-83E1-9F52CF2D5DF7}" type="parTrans" cxnId="{BEB58F67-6203-4934-ACB6-24E5DE29A637}">
      <dgm:prSet/>
      <dgm:spPr/>
      <dgm:t>
        <a:bodyPr/>
        <a:lstStyle/>
        <a:p>
          <a:endParaRPr lang="sk-SK"/>
        </a:p>
      </dgm:t>
    </dgm:pt>
    <dgm:pt modelId="{65491649-8A43-4755-8BC5-745B3DE7A686}" type="sibTrans" cxnId="{BEB58F67-6203-4934-ACB6-24E5DE29A637}">
      <dgm:prSet/>
      <dgm:spPr/>
      <dgm:t>
        <a:bodyPr/>
        <a:lstStyle/>
        <a:p>
          <a:endParaRPr lang="sk-SK"/>
        </a:p>
      </dgm:t>
    </dgm:pt>
    <dgm:pt modelId="{9979E402-2F88-436A-8282-66EF53786664}">
      <dgm:prSet phldrT="[Text]" phldr="0" custT="1"/>
      <dgm:spPr/>
      <dgm:t>
        <a:bodyPr/>
        <a:lstStyle/>
        <a:p>
          <a:r>
            <a:rPr lang="sk-SK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Modely</a:t>
          </a:r>
        </a:p>
      </dgm:t>
    </dgm:pt>
    <dgm:pt modelId="{FB82CA8F-FAAE-4338-B42D-411B71A393D0}" type="parTrans" cxnId="{2D59BF9B-C353-4A4E-B246-09D813F235CA}">
      <dgm:prSet/>
      <dgm:spPr/>
      <dgm:t>
        <a:bodyPr/>
        <a:lstStyle/>
        <a:p>
          <a:endParaRPr lang="sk-SK"/>
        </a:p>
      </dgm:t>
    </dgm:pt>
    <dgm:pt modelId="{9847EFBA-07E4-4A28-9C1A-E7667B923BB5}" type="sibTrans" cxnId="{2D59BF9B-C353-4A4E-B246-09D813F235CA}">
      <dgm:prSet/>
      <dgm:spPr/>
      <dgm:t>
        <a:bodyPr/>
        <a:lstStyle/>
        <a:p>
          <a:endParaRPr lang="sk-SK"/>
        </a:p>
      </dgm:t>
    </dgm:pt>
    <dgm:pt modelId="{5A9B94D9-D4F7-4D1D-B7A5-E4EBAEBE5076}">
      <dgm:prSet phldrT="[Text]" phldr="0" custT="1"/>
      <dgm:spPr/>
      <dgm:t>
        <a:bodyPr/>
        <a:lstStyle/>
        <a:p>
          <a:pPr>
            <a:lnSpc>
              <a:spcPct val="100000"/>
            </a:lnSpc>
          </a:pPr>
          <a:r>
            <a:rPr lang="sk-SK" sz="1400" dirty="0"/>
            <a:t>GARCH</a:t>
          </a:r>
        </a:p>
      </dgm:t>
    </dgm:pt>
    <dgm:pt modelId="{BAD23372-F2AF-4BF7-A979-8D9FAEE57D3A}" type="parTrans" cxnId="{3E119E09-AE81-48A6-B93C-6FD844523A68}">
      <dgm:prSet/>
      <dgm:spPr/>
      <dgm:t>
        <a:bodyPr/>
        <a:lstStyle/>
        <a:p>
          <a:endParaRPr lang="sk-SK"/>
        </a:p>
      </dgm:t>
    </dgm:pt>
    <dgm:pt modelId="{8F05E88D-BAF4-44CE-AB90-79A6305EB9DD}" type="sibTrans" cxnId="{3E119E09-AE81-48A6-B93C-6FD844523A68}">
      <dgm:prSet/>
      <dgm:spPr/>
      <dgm:t>
        <a:bodyPr/>
        <a:lstStyle/>
        <a:p>
          <a:endParaRPr lang="sk-SK"/>
        </a:p>
      </dgm:t>
    </dgm:pt>
    <dgm:pt modelId="{4EF5B21F-0522-4B37-85D6-CEB430CCB426}">
      <dgm:prSet phldrT="[Text]" phldr="0" custT="1"/>
      <dgm:spPr/>
      <dgm:t>
        <a:bodyPr/>
        <a:lstStyle/>
        <a:p>
          <a:r>
            <a:rPr lang="sk-SK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Validácia</a:t>
          </a:r>
        </a:p>
      </dgm:t>
    </dgm:pt>
    <dgm:pt modelId="{06D2B8CE-436D-4AFF-82EB-8E83CF98C990}" type="parTrans" cxnId="{A70050AC-16C3-4796-B1D0-E0E254CCE140}">
      <dgm:prSet/>
      <dgm:spPr/>
      <dgm:t>
        <a:bodyPr/>
        <a:lstStyle/>
        <a:p>
          <a:endParaRPr lang="sk-SK"/>
        </a:p>
      </dgm:t>
    </dgm:pt>
    <dgm:pt modelId="{8AE8FF60-82A8-45AF-820F-8DF44D12B158}" type="sibTrans" cxnId="{A70050AC-16C3-4796-B1D0-E0E254CCE140}">
      <dgm:prSet/>
      <dgm:spPr/>
      <dgm:t>
        <a:bodyPr/>
        <a:lstStyle/>
        <a:p>
          <a:endParaRPr lang="sk-SK"/>
        </a:p>
      </dgm:t>
    </dgm:pt>
    <dgm:pt modelId="{C29477DB-93CB-41C5-979C-064DF5F4039B}">
      <dgm:prSet phldrT="[Text]" phldr="0" custT="1"/>
      <dgm:spPr/>
      <dgm:t>
        <a:bodyPr/>
        <a:lstStyle/>
        <a:p>
          <a:r>
            <a:rPr lang="sk-SK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Výsledky</a:t>
          </a:r>
        </a:p>
      </dgm:t>
    </dgm:pt>
    <dgm:pt modelId="{146D272C-43EF-4C36-BDDC-49E2C0F2BD02}" type="parTrans" cxnId="{92BD74CD-A52D-439A-B938-51B066954595}">
      <dgm:prSet/>
      <dgm:spPr/>
      <dgm:t>
        <a:bodyPr/>
        <a:lstStyle/>
        <a:p>
          <a:endParaRPr lang="sk-SK"/>
        </a:p>
      </dgm:t>
    </dgm:pt>
    <dgm:pt modelId="{D3BF079C-D04F-4E30-9314-BE8D4456213A}" type="sibTrans" cxnId="{92BD74CD-A52D-439A-B938-51B066954595}">
      <dgm:prSet/>
      <dgm:spPr/>
      <dgm:t>
        <a:bodyPr/>
        <a:lstStyle/>
        <a:p>
          <a:endParaRPr lang="sk-SK"/>
        </a:p>
      </dgm:t>
    </dgm:pt>
    <dgm:pt modelId="{39031FE6-9489-43E5-BCCE-9368A5102F41}">
      <dgm:prSet phldrT="[Text]" phldr="0" custT="1"/>
      <dgm:spPr/>
      <dgm:t>
        <a:bodyPr/>
        <a:lstStyle/>
        <a:p>
          <a:pPr>
            <a:lnSpc>
              <a:spcPct val="100000"/>
            </a:lnSpc>
          </a:pPr>
          <a:r>
            <a:rPr lang="sk-SK" sz="1400" dirty="0"/>
            <a:t>Časové obdobia</a:t>
          </a:r>
        </a:p>
      </dgm:t>
    </dgm:pt>
    <dgm:pt modelId="{8B494894-2007-4090-BB37-185754316FE5}" type="parTrans" cxnId="{CA233CC6-92B2-4A88-BEFC-46B83D41E595}">
      <dgm:prSet/>
      <dgm:spPr/>
      <dgm:t>
        <a:bodyPr/>
        <a:lstStyle/>
        <a:p>
          <a:endParaRPr lang="sk-SK"/>
        </a:p>
      </dgm:t>
    </dgm:pt>
    <dgm:pt modelId="{894F75BD-961D-4E6E-8B14-1223A8001890}" type="sibTrans" cxnId="{CA233CC6-92B2-4A88-BEFC-46B83D41E595}">
      <dgm:prSet/>
      <dgm:spPr/>
      <dgm:t>
        <a:bodyPr/>
        <a:lstStyle/>
        <a:p>
          <a:endParaRPr lang="sk-SK"/>
        </a:p>
      </dgm:t>
    </dgm:pt>
    <dgm:pt modelId="{73AD1036-9A58-4EFE-A690-768795CB6028}">
      <dgm:prSet phldrT="[Text]" phldr="0" custT="1"/>
      <dgm:spPr/>
      <dgm:t>
        <a:bodyPr/>
        <a:lstStyle/>
        <a:p>
          <a:pPr>
            <a:lnSpc>
              <a:spcPct val="100000"/>
            </a:lnSpc>
          </a:pPr>
          <a:r>
            <a:rPr lang="sk-SK" sz="1400" dirty="0"/>
            <a:t>HAR</a:t>
          </a:r>
        </a:p>
      </dgm:t>
    </dgm:pt>
    <dgm:pt modelId="{D74B432F-AB74-4B64-BFA2-E32BDA98B222}" type="parTrans" cxnId="{EF930D35-4B86-4E80-85DC-7B6BC7AA9496}">
      <dgm:prSet/>
      <dgm:spPr/>
      <dgm:t>
        <a:bodyPr/>
        <a:lstStyle/>
        <a:p>
          <a:endParaRPr lang="sk-SK"/>
        </a:p>
      </dgm:t>
    </dgm:pt>
    <dgm:pt modelId="{408C3476-FF68-4201-93EA-3E782D733A5A}" type="sibTrans" cxnId="{EF930D35-4B86-4E80-85DC-7B6BC7AA9496}">
      <dgm:prSet/>
      <dgm:spPr/>
      <dgm:t>
        <a:bodyPr/>
        <a:lstStyle/>
        <a:p>
          <a:endParaRPr lang="sk-SK"/>
        </a:p>
      </dgm:t>
    </dgm:pt>
    <dgm:pt modelId="{59B08BBC-3ABB-47D1-B928-7D3326411A7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sk-SK" sz="1400" dirty="0"/>
            <a:t>Vzory volatility</a:t>
          </a:r>
        </a:p>
      </dgm:t>
    </dgm:pt>
    <dgm:pt modelId="{2C89C11F-FB48-4895-93A6-508BD31F9034}" type="parTrans" cxnId="{BEB0FA00-7C37-44D2-B600-06F603EFB63E}">
      <dgm:prSet/>
      <dgm:spPr/>
      <dgm:t>
        <a:bodyPr/>
        <a:lstStyle/>
        <a:p>
          <a:endParaRPr lang="sk-SK"/>
        </a:p>
      </dgm:t>
    </dgm:pt>
    <dgm:pt modelId="{9AFCCB99-882E-467A-B078-5718C2E7C25F}" type="sibTrans" cxnId="{BEB0FA00-7C37-44D2-B600-06F603EFB63E}">
      <dgm:prSet/>
      <dgm:spPr/>
      <dgm:t>
        <a:bodyPr/>
        <a:lstStyle/>
        <a:p>
          <a:endParaRPr lang="sk-SK"/>
        </a:p>
      </dgm:t>
    </dgm:pt>
    <dgm:pt modelId="{DE3AD505-65C0-49B0-BBA3-107F8FE3DB8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sk-SK" sz="1400" dirty="0"/>
            <a:t>RMSE, QLIKE</a:t>
          </a:r>
        </a:p>
      </dgm:t>
    </dgm:pt>
    <dgm:pt modelId="{3FB8894D-9D06-4462-954B-2CE4DB8E1B44}" type="parTrans" cxnId="{83FA1876-1988-4AA7-8772-424EBC865BEE}">
      <dgm:prSet/>
      <dgm:spPr/>
      <dgm:t>
        <a:bodyPr/>
        <a:lstStyle/>
        <a:p>
          <a:endParaRPr lang="sk-SK"/>
        </a:p>
      </dgm:t>
    </dgm:pt>
    <dgm:pt modelId="{A4CBCBDC-32A9-4FEC-88AF-47A54C5CE209}" type="sibTrans" cxnId="{83FA1876-1988-4AA7-8772-424EBC865BEE}">
      <dgm:prSet/>
      <dgm:spPr/>
      <dgm:t>
        <a:bodyPr/>
        <a:lstStyle/>
        <a:p>
          <a:endParaRPr lang="sk-SK"/>
        </a:p>
      </dgm:t>
    </dgm:pt>
    <dgm:pt modelId="{A3A0FADB-9E1C-46FA-9954-1A7B414B35B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sk-SK" sz="1400" dirty="0" err="1"/>
            <a:t>Rolling-Window</a:t>
          </a:r>
          <a:endParaRPr lang="sk-SK" sz="1400" dirty="0"/>
        </a:p>
      </dgm:t>
    </dgm:pt>
    <dgm:pt modelId="{38FAC2C9-419E-4EF5-879C-35B6091251F6}" type="parTrans" cxnId="{47FFA8C6-5991-4EDA-8402-967CDCF06D51}">
      <dgm:prSet/>
      <dgm:spPr/>
      <dgm:t>
        <a:bodyPr/>
        <a:lstStyle/>
        <a:p>
          <a:endParaRPr lang="sk-SK"/>
        </a:p>
      </dgm:t>
    </dgm:pt>
    <dgm:pt modelId="{F5341326-D575-46DC-A6B0-BD344AD6EE25}" type="sibTrans" cxnId="{47FFA8C6-5991-4EDA-8402-967CDCF06D51}">
      <dgm:prSet/>
      <dgm:spPr/>
      <dgm:t>
        <a:bodyPr/>
        <a:lstStyle/>
        <a:p>
          <a:endParaRPr lang="sk-SK"/>
        </a:p>
      </dgm:t>
    </dgm:pt>
    <dgm:pt modelId="{9AACA625-023E-4357-97C3-04906BC41DD8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sk-SK" sz="1400" dirty="0"/>
            <a:t>Komparácia trhov a modelov</a:t>
          </a:r>
        </a:p>
      </dgm:t>
    </dgm:pt>
    <dgm:pt modelId="{0AB24F2C-DCB6-41E0-8CF4-8B7B503E0D35}" type="parTrans" cxnId="{23328F69-7A3A-4E22-9E08-42F9C489C67F}">
      <dgm:prSet/>
      <dgm:spPr/>
      <dgm:t>
        <a:bodyPr/>
        <a:lstStyle/>
        <a:p>
          <a:endParaRPr lang="sk-SK"/>
        </a:p>
      </dgm:t>
    </dgm:pt>
    <dgm:pt modelId="{9615B57A-14EC-4E34-ACAE-C271D4D87DE9}" type="sibTrans" cxnId="{23328F69-7A3A-4E22-9E08-42F9C489C67F}">
      <dgm:prSet/>
      <dgm:spPr/>
      <dgm:t>
        <a:bodyPr/>
        <a:lstStyle/>
        <a:p>
          <a:endParaRPr lang="sk-SK"/>
        </a:p>
      </dgm:t>
    </dgm:pt>
    <dgm:pt modelId="{FBC92019-F9D6-44C7-8FEB-8E1D787D9847}">
      <dgm:prSet phldrT="[Text]" phldr="0" custT="1"/>
      <dgm:spPr/>
      <dgm:t>
        <a:bodyPr/>
        <a:lstStyle/>
        <a:p>
          <a:pPr>
            <a:lnSpc>
              <a:spcPct val="100000"/>
            </a:lnSpc>
          </a:pPr>
          <a:r>
            <a:rPr lang="sk-SK" sz="1400" dirty="0"/>
            <a:t>Volatilita</a:t>
          </a:r>
        </a:p>
      </dgm:t>
    </dgm:pt>
    <dgm:pt modelId="{5EAB6389-7D50-4C94-99A4-37938FFC0698}" type="parTrans" cxnId="{92279661-C1E7-4D1F-9157-1BD84C41BF85}">
      <dgm:prSet/>
      <dgm:spPr/>
      <dgm:t>
        <a:bodyPr/>
        <a:lstStyle/>
        <a:p>
          <a:endParaRPr lang="sk-SK"/>
        </a:p>
      </dgm:t>
    </dgm:pt>
    <dgm:pt modelId="{EE1255BA-5F89-4775-9AE5-613A99589471}" type="sibTrans" cxnId="{92279661-C1E7-4D1F-9157-1BD84C41BF85}">
      <dgm:prSet/>
      <dgm:spPr/>
      <dgm:t>
        <a:bodyPr/>
        <a:lstStyle/>
        <a:p>
          <a:endParaRPr lang="sk-SK"/>
        </a:p>
      </dgm:t>
    </dgm:pt>
    <dgm:pt modelId="{609221ED-82FD-45D9-955E-69D98C9F9837}">
      <dgm:prSet phldrT="[Text]" phldr="0" custT="1"/>
      <dgm:spPr/>
      <dgm:t>
        <a:bodyPr/>
        <a:lstStyle/>
        <a:p>
          <a:pPr>
            <a:lnSpc>
              <a:spcPct val="100000"/>
            </a:lnSpc>
          </a:pPr>
          <a:r>
            <a:rPr lang="sk-SK" sz="1400" dirty="0" err="1"/>
            <a:t>XGBoost</a:t>
          </a:r>
          <a:endParaRPr lang="sk-SK" sz="1400" dirty="0"/>
        </a:p>
      </dgm:t>
    </dgm:pt>
    <dgm:pt modelId="{BC69F0BB-FCAC-4C59-BC95-502914E9680A}" type="parTrans" cxnId="{D0AFD104-1A21-452A-888C-07DCF849C062}">
      <dgm:prSet/>
      <dgm:spPr/>
      <dgm:t>
        <a:bodyPr/>
        <a:lstStyle/>
        <a:p>
          <a:endParaRPr lang="sk-SK"/>
        </a:p>
      </dgm:t>
    </dgm:pt>
    <dgm:pt modelId="{55DEE8FD-EB0C-48ED-A831-58C09E216282}" type="sibTrans" cxnId="{D0AFD104-1A21-452A-888C-07DCF849C062}">
      <dgm:prSet/>
      <dgm:spPr/>
      <dgm:t>
        <a:bodyPr/>
        <a:lstStyle/>
        <a:p>
          <a:endParaRPr lang="sk-SK"/>
        </a:p>
      </dgm:t>
    </dgm:pt>
    <dgm:pt modelId="{1B2331C3-4ED8-496E-B08D-D0298EC66B33}">
      <dgm:prSet phldrT="[Text]" phldr="0" custT="1"/>
      <dgm:spPr/>
      <dgm:t>
        <a:bodyPr/>
        <a:lstStyle/>
        <a:p>
          <a:pPr>
            <a:lnSpc>
              <a:spcPct val="100000"/>
            </a:lnSpc>
          </a:pPr>
          <a:r>
            <a:rPr lang="sk-SK" sz="1400" dirty="0"/>
            <a:t>LSTM</a:t>
          </a:r>
        </a:p>
      </dgm:t>
    </dgm:pt>
    <dgm:pt modelId="{AC82ECB6-EA97-4655-832A-F7DBD845A327}" type="parTrans" cxnId="{485B4FA8-4B7A-41EE-805A-0A7F9B58C05F}">
      <dgm:prSet/>
      <dgm:spPr/>
      <dgm:t>
        <a:bodyPr/>
        <a:lstStyle/>
        <a:p>
          <a:endParaRPr lang="sk-SK"/>
        </a:p>
      </dgm:t>
    </dgm:pt>
    <dgm:pt modelId="{DF074269-6B53-4585-A81D-788C397101BD}" type="sibTrans" cxnId="{485B4FA8-4B7A-41EE-805A-0A7F9B58C05F}">
      <dgm:prSet/>
      <dgm:spPr/>
      <dgm:t>
        <a:bodyPr/>
        <a:lstStyle/>
        <a:p>
          <a:endParaRPr lang="sk-SK"/>
        </a:p>
      </dgm:t>
    </dgm:pt>
    <dgm:pt modelId="{0988CE5C-27CF-4DBE-A10F-ED07BCA1B13B}" type="pres">
      <dgm:prSet presAssocID="{B665338B-645B-41AE-983D-65FFD2CDBEFF}" presName="Name0" presStyleCnt="0">
        <dgm:presLayoutVars>
          <dgm:dir/>
          <dgm:animLvl val="lvl"/>
          <dgm:resizeHandles val="exact"/>
        </dgm:presLayoutVars>
      </dgm:prSet>
      <dgm:spPr/>
    </dgm:pt>
    <dgm:pt modelId="{3B42B861-20D8-4D43-90F3-4BC0C7641FEA}" type="pres">
      <dgm:prSet presAssocID="{B665338B-645B-41AE-983D-65FFD2CDBEFF}" presName="tSp" presStyleCnt="0"/>
      <dgm:spPr/>
    </dgm:pt>
    <dgm:pt modelId="{130535EF-3ED6-4707-8CDF-434B62E24FB2}" type="pres">
      <dgm:prSet presAssocID="{B665338B-645B-41AE-983D-65FFD2CDBEFF}" presName="bSp" presStyleCnt="0"/>
      <dgm:spPr/>
    </dgm:pt>
    <dgm:pt modelId="{1B16AE6F-9C06-44DE-B7B3-443002962661}" type="pres">
      <dgm:prSet presAssocID="{B665338B-645B-41AE-983D-65FFD2CDBEFF}" presName="process" presStyleCnt="0"/>
      <dgm:spPr/>
    </dgm:pt>
    <dgm:pt modelId="{47783FFD-6B7A-4B16-8B2D-C7BCF1A62BEB}" type="pres">
      <dgm:prSet presAssocID="{D6FB274B-FC90-4E83-AEF4-3C4FAD353500}" presName="composite1" presStyleCnt="0"/>
      <dgm:spPr/>
    </dgm:pt>
    <dgm:pt modelId="{DA10E415-6204-420F-80BD-B31B53E13273}" type="pres">
      <dgm:prSet presAssocID="{D6FB274B-FC90-4E83-AEF4-3C4FAD353500}" presName="dummyNode1" presStyleLbl="node1" presStyleIdx="0" presStyleCnt="5"/>
      <dgm:spPr/>
    </dgm:pt>
    <dgm:pt modelId="{7B6A1E41-DCFE-4AC5-8D88-041D7A647606}" type="pres">
      <dgm:prSet presAssocID="{D6FB274B-FC90-4E83-AEF4-3C4FAD353500}" presName="childNode1" presStyleLbl="bgAcc1" presStyleIdx="0" presStyleCnt="5">
        <dgm:presLayoutVars>
          <dgm:bulletEnabled val="1"/>
        </dgm:presLayoutVars>
      </dgm:prSet>
      <dgm:spPr/>
    </dgm:pt>
    <dgm:pt modelId="{B6E2E50B-E13E-4164-8844-C48D2241F28F}" type="pres">
      <dgm:prSet presAssocID="{D6FB274B-FC90-4E83-AEF4-3C4FAD353500}" presName="childNode1tx" presStyleLbl="bgAcc1" presStyleIdx="0" presStyleCnt="5">
        <dgm:presLayoutVars>
          <dgm:bulletEnabled val="1"/>
        </dgm:presLayoutVars>
      </dgm:prSet>
      <dgm:spPr/>
    </dgm:pt>
    <dgm:pt modelId="{B490D780-DC4A-4D63-9BE5-4D77B5D5EE7D}" type="pres">
      <dgm:prSet presAssocID="{D6FB274B-FC90-4E83-AEF4-3C4FAD353500}" presName="parentNode1" presStyleLbl="node1" presStyleIdx="0" presStyleCnt="5">
        <dgm:presLayoutVars>
          <dgm:chMax val="1"/>
          <dgm:bulletEnabled val="1"/>
        </dgm:presLayoutVars>
      </dgm:prSet>
      <dgm:spPr/>
    </dgm:pt>
    <dgm:pt modelId="{87DD02B4-7C99-44ED-82C9-CCF60F0E4156}" type="pres">
      <dgm:prSet presAssocID="{D6FB274B-FC90-4E83-AEF4-3C4FAD353500}" presName="connSite1" presStyleCnt="0"/>
      <dgm:spPr/>
    </dgm:pt>
    <dgm:pt modelId="{850FA6B7-9A4F-4AA5-BDED-68AE9D7593C5}" type="pres">
      <dgm:prSet presAssocID="{8B704CD4-C4A3-4CA8-9E6D-3F5A58FB5A6E}" presName="Name9" presStyleLbl="sibTrans2D1" presStyleIdx="0" presStyleCnt="4" custLinFactNeighborX="-3189" custLinFactNeighborY="-12755"/>
      <dgm:spPr/>
    </dgm:pt>
    <dgm:pt modelId="{0328E4F2-55DB-49EF-9802-C730AABD0081}" type="pres">
      <dgm:prSet presAssocID="{2207399F-F7A9-4246-825E-CB2F59081A8E}" presName="composite2" presStyleCnt="0"/>
      <dgm:spPr/>
    </dgm:pt>
    <dgm:pt modelId="{AD0988AB-4656-45BA-92AB-034657C4B796}" type="pres">
      <dgm:prSet presAssocID="{2207399F-F7A9-4246-825E-CB2F59081A8E}" presName="dummyNode2" presStyleLbl="node1" presStyleIdx="0" presStyleCnt="5"/>
      <dgm:spPr/>
    </dgm:pt>
    <dgm:pt modelId="{46A5BD50-A357-43EB-900E-7628F4E860EB}" type="pres">
      <dgm:prSet presAssocID="{2207399F-F7A9-4246-825E-CB2F59081A8E}" presName="childNode2" presStyleLbl="bgAcc1" presStyleIdx="1" presStyleCnt="5">
        <dgm:presLayoutVars>
          <dgm:bulletEnabled val="1"/>
        </dgm:presLayoutVars>
      </dgm:prSet>
      <dgm:spPr/>
    </dgm:pt>
    <dgm:pt modelId="{0F7E9FD4-6D4A-4F6B-86E7-3179B41C32BE}" type="pres">
      <dgm:prSet presAssocID="{2207399F-F7A9-4246-825E-CB2F59081A8E}" presName="childNode2tx" presStyleLbl="bgAcc1" presStyleIdx="1" presStyleCnt="5">
        <dgm:presLayoutVars>
          <dgm:bulletEnabled val="1"/>
        </dgm:presLayoutVars>
      </dgm:prSet>
      <dgm:spPr/>
    </dgm:pt>
    <dgm:pt modelId="{DDA911AB-DE02-438A-8E06-1357C3CEF326}" type="pres">
      <dgm:prSet presAssocID="{2207399F-F7A9-4246-825E-CB2F59081A8E}" presName="parentNode2" presStyleLbl="node1" presStyleIdx="1" presStyleCnt="5">
        <dgm:presLayoutVars>
          <dgm:chMax val="0"/>
          <dgm:bulletEnabled val="1"/>
        </dgm:presLayoutVars>
      </dgm:prSet>
      <dgm:spPr/>
    </dgm:pt>
    <dgm:pt modelId="{7804C83F-F9D9-4951-9D31-12A35D659178}" type="pres">
      <dgm:prSet presAssocID="{2207399F-F7A9-4246-825E-CB2F59081A8E}" presName="connSite2" presStyleCnt="0"/>
      <dgm:spPr/>
    </dgm:pt>
    <dgm:pt modelId="{DB00C555-2EA1-4D87-A59D-2B8C4B0D5343}" type="pres">
      <dgm:prSet presAssocID="{4151D506-449B-4309-95E1-51332BF9EED7}" presName="Name18" presStyleLbl="sibTrans2D1" presStyleIdx="1" presStyleCnt="4" custLinFactNeighborX="-2841" custLinFactNeighborY="11000"/>
      <dgm:spPr/>
    </dgm:pt>
    <dgm:pt modelId="{2117CB8B-B23D-45D5-9E33-38B69A7745CD}" type="pres">
      <dgm:prSet presAssocID="{9979E402-2F88-436A-8282-66EF53786664}" presName="composite1" presStyleCnt="0"/>
      <dgm:spPr/>
    </dgm:pt>
    <dgm:pt modelId="{C0FF3479-16E6-49BC-A8B8-4C9F990843A7}" type="pres">
      <dgm:prSet presAssocID="{9979E402-2F88-436A-8282-66EF53786664}" presName="dummyNode1" presStyleLbl="node1" presStyleIdx="1" presStyleCnt="5"/>
      <dgm:spPr/>
    </dgm:pt>
    <dgm:pt modelId="{F19BD381-30C3-4201-B50A-E41684C9478F}" type="pres">
      <dgm:prSet presAssocID="{9979E402-2F88-436A-8282-66EF53786664}" presName="childNode1" presStyleLbl="bgAcc1" presStyleIdx="2" presStyleCnt="5">
        <dgm:presLayoutVars>
          <dgm:bulletEnabled val="1"/>
        </dgm:presLayoutVars>
      </dgm:prSet>
      <dgm:spPr/>
    </dgm:pt>
    <dgm:pt modelId="{2B0884EC-019C-489D-80AA-7566A7966A30}" type="pres">
      <dgm:prSet presAssocID="{9979E402-2F88-436A-8282-66EF53786664}" presName="childNode1tx" presStyleLbl="bgAcc1" presStyleIdx="2" presStyleCnt="5">
        <dgm:presLayoutVars>
          <dgm:bulletEnabled val="1"/>
        </dgm:presLayoutVars>
      </dgm:prSet>
      <dgm:spPr/>
    </dgm:pt>
    <dgm:pt modelId="{E878FD4D-12B7-458B-BC0F-B75BEB791108}" type="pres">
      <dgm:prSet presAssocID="{9979E402-2F88-436A-8282-66EF53786664}" presName="parentNode1" presStyleLbl="node1" presStyleIdx="2" presStyleCnt="5">
        <dgm:presLayoutVars>
          <dgm:chMax val="1"/>
          <dgm:bulletEnabled val="1"/>
        </dgm:presLayoutVars>
      </dgm:prSet>
      <dgm:spPr/>
    </dgm:pt>
    <dgm:pt modelId="{027CC7A2-E7F3-4B8D-9476-6FC0FC0D42B5}" type="pres">
      <dgm:prSet presAssocID="{9979E402-2F88-436A-8282-66EF53786664}" presName="connSite1" presStyleCnt="0"/>
      <dgm:spPr/>
    </dgm:pt>
    <dgm:pt modelId="{1578868B-2CAF-4820-BE2E-8D12F7F7A919}" type="pres">
      <dgm:prSet presAssocID="{9847EFBA-07E4-4A28-9C1A-E7667B923BB5}" presName="Name9" presStyleLbl="sibTrans2D1" presStyleIdx="2" presStyleCnt="4" custLinFactNeighborX="-4347" custLinFactNeighborY="-11388"/>
      <dgm:spPr/>
    </dgm:pt>
    <dgm:pt modelId="{578FD416-01AF-4BF7-8392-ADA912499F29}" type="pres">
      <dgm:prSet presAssocID="{4EF5B21F-0522-4B37-85D6-CEB430CCB426}" presName="composite2" presStyleCnt="0"/>
      <dgm:spPr/>
    </dgm:pt>
    <dgm:pt modelId="{7E780BE3-10E5-46D1-8004-1C601ECFD3D8}" type="pres">
      <dgm:prSet presAssocID="{4EF5B21F-0522-4B37-85D6-CEB430CCB426}" presName="dummyNode2" presStyleLbl="node1" presStyleIdx="2" presStyleCnt="5"/>
      <dgm:spPr/>
    </dgm:pt>
    <dgm:pt modelId="{F05C07F2-711F-4DDA-BF5D-F2D18D771FE6}" type="pres">
      <dgm:prSet presAssocID="{4EF5B21F-0522-4B37-85D6-CEB430CCB426}" presName="childNode2" presStyleLbl="bgAcc1" presStyleIdx="3" presStyleCnt="5">
        <dgm:presLayoutVars>
          <dgm:bulletEnabled val="1"/>
        </dgm:presLayoutVars>
      </dgm:prSet>
      <dgm:spPr/>
    </dgm:pt>
    <dgm:pt modelId="{D401E58F-260B-48C4-8ED1-6DB73FD4E661}" type="pres">
      <dgm:prSet presAssocID="{4EF5B21F-0522-4B37-85D6-CEB430CCB426}" presName="childNode2tx" presStyleLbl="bgAcc1" presStyleIdx="3" presStyleCnt="5">
        <dgm:presLayoutVars>
          <dgm:bulletEnabled val="1"/>
        </dgm:presLayoutVars>
      </dgm:prSet>
      <dgm:spPr/>
    </dgm:pt>
    <dgm:pt modelId="{3EA60A08-F209-4DFD-A8C0-33D58C80F67D}" type="pres">
      <dgm:prSet presAssocID="{4EF5B21F-0522-4B37-85D6-CEB430CCB426}" presName="parentNode2" presStyleLbl="node1" presStyleIdx="3" presStyleCnt="5">
        <dgm:presLayoutVars>
          <dgm:chMax val="0"/>
          <dgm:bulletEnabled val="1"/>
        </dgm:presLayoutVars>
      </dgm:prSet>
      <dgm:spPr/>
    </dgm:pt>
    <dgm:pt modelId="{7817C187-EDC9-4BDB-8E07-5816A8486ADC}" type="pres">
      <dgm:prSet presAssocID="{4EF5B21F-0522-4B37-85D6-CEB430CCB426}" presName="connSite2" presStyleCnt="0"/>
      <dgm:spPr/>
    </dgm:pt>
    <dgm:pt modelId="{6D128CA8-FD42-4C08-9436-4EB380FD44D3}" type="pres">
      <dgm:prSet presAssocID="{8AE8FF60-82A8-45AF-820F-8DF44D12B158}" presName="Name18" presStyleLbl="sibTrans2D1" presStyleIdx="3" presStyleCnt="4" custLinFactNeighborY="11000"/>
      <dgm:spPr/>
    </dgm:pt>
    <dgm:pt modelId="{838A943B-5AF7-470A-AED0-8ACF9C66754C}" type="pres">
      <dgm:prSet presAssocID="{C29477DB-93CB-41C5-979C-064DF5F4039B}" presName="composite1" presStyleCnt="0"/>
      <dgm:spPr/>
    </dgm:pt>
    <dgm:pt modelId="{30F6E697-57B1-4870-BFC9-533B32FBD49C}" type="pres">
      <dgm:prSet presAssocID="{C29477DB-93CB-41C5-979C-064DF5F4039B}" presName="dummyNode1" presStyleLbl="node1" presStyleIdx="3" presStyleCnt="5"/>
      <dgm:spPr/>
    </dgm:pt>
    <dgm:pt modelId="{ADB04D02-A97C-4659-BAB1-BFD732875B6F}" type="pres">
      <dgm:prSet presAssocID="{C29477DB-93CB-41C5-979C-064DF5F4039B}" presName="childNode1" presStyleLbl="bgAcc1" presStyleIdx="4" presStyleCnt="5">
        <dgm:presLayoutVars>
          <dgm:bulletEnabled val="1"/>
        </dgm:presLayoutVars>
      </dgm:prSet>
      <dgm:spPr/>
    </dgm:pt>
    <dgm:pt modelId="{7AE20833-C756-4510-9EF0-F24DE50F50DA}" type="pres">
      <dgm:prSet presAssocID="{C29477DB-93CB-41C5-979C-064DF5F4039B}" presName="childNode1tx" presStyleLbl="bgAcc1" presStyleIdx="4" presStyleCnt="5">
        <dgm:presLayoutVars>
          <dgm:bulletEnabled val="1"/>
        </dgm:presLayoutVars>
      </dgm:prSet>
      <dgm:spPr/>
    </dgm:pt>
    <dgm:pt modelId="{6B4282B9-062B-41C5-898A-A66339751090}" type="pres">
      <dgm:prSet presAssocID="{C29477DB-93CB-41C5-979C-064DF5F4039B}" presName="parentNode1" presStyleLbl="node1" presStyleIdx="4" presStyleCnt="5">
        <dgm:presLayoutVars>
          <dgm:chMax val="1"/>
          <dgm:bulletEnabled val="1"/>
        </dgm:presLayoutVars>
      </dgm:prSet>
      <dgm:spPr/>
    </dgm:pt>
    <dgm:pt modelId="{04B1D9E8-A2BC-4D6C-9BD0-5020C9F200A9}" type="pres">
      <dgm:prSet presAssocID="{C29477DB-93CB-41C5-979C-064DF5F4039B}" presName="connSite1" presStyleCnt="0"/>
      <dgm:spPr/>
    </dgm:pt>
  </dgm:ptLst>
  <dgm:cxnLst>
    <dgm:cxn modelId="{BEB0FA00-7C37-44D2-B600-06F603EFB63E}" srcId="{C29477DB-93CB-41C5-979C-064DF5F4039B}" destId="{59B08BBC-3ABB-47D1-B928-7D3326411A7C}" srcOrd="0" destOrd="0" parTransId="{2C89C11F-FB48-4895-93A6-508BD31F9034}" sibTransId="{9AFCCB99-882E-467A-B078-5718C2E7C25F}"/>
    <dgm:cxn modelId="{D0AFD104-1A21-452A-888C-07DCF849C062}" srcId="{9979E402-2F88-436A-8282-66EF53786664}" destId="{609221ED-82FD-45D9-955E-69D98C9F9837}" srcOrd="2" destOrd="0" parTransId="{BC69F0BB-FCAC-4C59-BC95-502914E9680A}" sibTransId="{55DEE8FD-EB0C-48ED-A831-58C09E216282}"/>
    <dgm:cxn modelId="{3E119E09-AE81-48A6-B93C-6FD844523A68}" srcId="{9979E402-2F88-436A-8282-66EF53786664}" destId="{5A9B94D9-D4F7-4D1D-B7A5-E4EBAEBE5076}" srcOrd="0" destOrd="0" parTransId="{BAD23372-F2AF-4BF7-A979-8D9FAEE57D3A}" sibTransId="{8F05E88D-BAF4-44CE-AB90-79A6305EB9DD}"/>
    <dgm:cxn modelId="{151BC30B-6B5C-4B5A-B48B-FB1C2DD6E0D0}" type="presOf" srcId="{8AE8FF60-82A8-45AF-820F-8DF44D12B158}" destId="{6D128CA8-FD42-4C08-9436-4EB380FD44D3}" srcOrd="0" destOrd="0" presId="urn:microsoft.com/office/officeart/2005/8/layout/hProcess4"/>
    <dgm:cxn modelId="{59015219-8354-4625-9EE6-748DEB87B1BC}" type="presOf" srcId="{2207399F-F7A9-4246-825E-CB2F59081A8E}" destId="{DDA911AB-DE02-438A-8E06-1357C3CEF326}" srcOrd="0" destOrd="0" presId="urn:microsoft.com/office/officeart/2005/8/layout/hProcess4"/>
    <dgm:cxn modelId="{77918120-EC1A-4440-B0B7-2F969F15DD73}" type="presOf" srcId="{9AACA625-023E-4357-97C3-04906BC41DD8}" destId="{7AE20833-C756-4510-9EF0-F24DE50F50DA}" srcOrd="1" destOrd="1" presId="urn:microsoft.com/office/officeart/2005/8/layout/hProcess4"/>
    <dgm:cxn modelId="{1A5E9831-AA81-46C6-A3CF-EE502DBFA388}" srcId="{D6FB274B-FC90-4E83-AEF4-3C4FAD353500}" destId="{8D030EC8-A772-4D56-8F07-0AE23381547A}" srcOrd="0" destOrd="0" parTransId="{56A50F41-90CC-4204-BD46-5BCD743A617F}" sibTransId="{DFF0C2CB-6DE0-4245-BB0D-46B347A9190B}"/>
    <dgm:cxn modelId="{EF930D35-4B86-4E80-85DC-7B6BC7AA9496}" srcId="{9979E402-2F88-436A-8282-66EF53786664}" destId="{73AD1036-9A58-4EFE-A690-768795CB6028}" srcOrd="1" destOrd="0" parTransId="{D74B432F-AB74-4B64-BFA2-E32BDA98B222}" sibTransId="{408C3476-FF68-4201-93EA-3E782D733A5A}"/>
    <dgm:cxn modelId="{5EA18F3F-8C95-4516-A78B-E998C72E980A}" type="presOf" srcId="{59B08BBC-3ABB-47D1-B928-7D3326411A7C}" destId="{ADB04D02-A97C-4659-BAB1-BFD732875B6F}" srcOrd="0" destOrd="0" presId="urn:microsoft.com/office/officeart/2005/8/layout/hProcess4"/>
    <dgm:cxn modelId="{2F37565F-A296-488B-93B3-B1A833772821}" type="presOf" srcId="{5A9B94D9-D4F7-4D1D-B7A5-E4EBAEBE5076}" destId="{F19BD381-30C3-4201-B50A-E41684C9478F}" srcOrd="0" destOrd="0" presId="urn:microsoft.com/office/officeart/2005/8/layout/hProcess4"/>
    <dgm:cxn modelId="{92279661-C1E7-4D1F-9157-1BD84C41BF85}" srcId="{2207399F-F7A9-4246-825E-CB2F59081A8E}" destId="{FBC92019-F9D6-44C7-8FEB-8E1D787D9847}" srcOrd="1" destOrd="0" parTransId="{5EAB6389-7D50-4C94-99A4-37938FFC0698}" sibTransId="{EE1255BA-5F89-4775-9AE5-613A99589471}"/>
    <dgm:cxn modelId="{BEB58F67-6203-4934-ACB6-24E5DE29A637}" srcId="{2207399F-F7A9-4246-825E-CB2F59081A8E}" destId="{3ED2CA7C-8CF3-4C7D-B586-70BE48490C21}" srcOrd="0" destOrd="0" parTransId="{30A02569-3B28-4898-83E1-9F52CF2D5DF7}" sibTransId="{65491649-8A43-4755-8BC5-745B3DE7A686}"/>
    <dgm:cxn modelId="{23328F69-7A3A-4E22-9E08-42F9C489C67F}" srcId="{C29477DB-93CB-41C5-979C-064DF5F4039B}" destId="{9AACA625-023E-4357-97C3-04906BC41DD8}" srcOrd="1" destOrd="0" parTransId="{0AB24F2C-DCB6-41E0-8CF4-8B7B503E0D35}" sibTransId="{9615B57A-14EC-4E34-ACAE-C271D4D87DE9}"/>
    <dgm:cxn modelId="{DB8EAE6C-7106-45F1-BF84-82255282170A}" type="presOf" srcId="{1B2331C3-4ED8-496E-B08D-D0298EC66B33}" destId="{F19BD381-30C3-4201-B50A-E41684C9478F}" srcOrd="0" destOrd="3" presId="urn:microsoft.com/office/officeart/2005/8/layout/hProcess4"/>
    <dgm:cxn modelId="{3927694D-90AE-46FA-B247-C29555D5FA75}" type="presOf" srcId="{A3A0FADB-9E1C-46FA-9954-1A7B414B35B9}" destId="{F05C07F2-711F-4DDA-BF5D-F2D18D771FE6}" srcOrd="0" destOrd="1" presId="urn:microsoft.com/office/officeart/2005/8/layout/hProcess4"/>
    <dgm:cxn modelId="{51C7ED4E-AB7A-423F-9E83-8D36008285A4}" type="presOf" srcId="{8D030EC8-A772-4D56-8F07-0AE23381547A}" destId="{B6E2E50B-E13E-4164-8844-C48D2241F28F}" srcOrd="1" destOrd="0" presId="urn:microsoft.com/office/officeart/2005/8/layout/hProcess4"/>
    <dgm:cxn modelId="{8583DF4F-4093-4EB7-BC34-9DEF845ECFD0}" type="presOf" srcId="{0B006AC3-28C8-4288-AFED-91FA3D0A00F9}" destId="{7B6A1E41-DCFE-4AC5-8D88-041D7A647606}" srcOrd="0" destOrd="1" presId="urn:microsoft.com/office/officeart/2005/8/layout/hProcess4"/>
    <dgm:cxn modelId="{E434B475-7EA1-44D2-8B1A-F82B4C50954D}" type="presOf" srcId="{9979E402-2F88-436A-8282-66EF53786664}" destId="{E878FD4D-12B7-458B-BC0F-B75BEB791108}" srcOrd="0" destOrd="0" presId="urn:microsoft.com/office/officeart/2005/8/layout/hProcess4"/>
    <dgm:cxn modelId="{83FA1876-1988-4AA7-8772-424EBC865BEE}" srcId="{4EF5B21F-0522-4B37-85D6-CEB430CCB426}" destId="{DE3AD505-65C0-49B0-BBA3-107F8FE3DB83}" srcOrd="0" destOrd="0" parTransId="{3FB8894D-9D06-4462-954B-2CE4DB8E1B44}" sibTransId="{A4CBCBDC-32A9-4FEC-88AF-47A54C5CE209}"/>
    <dgm:cxn modelId="{DDBD4F76-6AA7-4B92-9805-2A666B8665F2}" type="presOf" srcId="{FBC92019-F9D6-44C7-8FEB-8E1D787D9847}" destId="{46A5BD50-A357-43EB-900E-7628F4E860EB}" srcOrd="0" destOrd="1" presId="urn:microsoft.com/office/officeart/2005/8/layout/hProcess4"/>
    <dgm:cxn modelId="{C4486479-08EB-4FC4-8DCA-1090C522E791}" type="presOf" srcId="{1B2331C3-4ED8-496E-B08D-D0298EC66B33}" destId="{2B0884EC-019C-489D-80AA-7566A7966A30}" srcOrd="1" destOrd="3" presId="urn:microsoft.com/office/officeart/2005/8/layout/hProcess4"/>
    <dgm:cxn modelId="{2DE89C59-6E2F-45BA-9D96-C20A8E33861B}" type="presOf" srcId="{609221ED-82FD-45D9-955E-69D98C9F9837}" destId="{2B0884EC-019C-489D-80AA-7566A7966A30}" srcOrd="1" destOrd="2" presId="urn:microsoft.com/office/officeart/2005/8/layout/hProcess4"/>
    <dgm:cxn modelId="{4532DF9A-C60F-4A31-9302-868AC9FD0915}" type="presOf" srcId="{8B704CD4-C4A3-4CA8-9E6D-3F5A58FB5A6E}" destId="{850FA6B7-9A4F-4AA5-BDED-68AE9D7593C5}" srcOrd="0" destOrd="0" presId="urn:microsoft.com/office/officeart/2005/8/layout/hProcess4"/>
    <dgm:cxn modelId="{2D59BF9B-C353-4A4E-B246-09D813F235CA}" srcId="{B665338B-645B-41AE-983D-65FFD2CDBEFF}" destId="{9979E402-2F88-436A-8282-66EF53786664}" srcOrd="2" destOrd="0" parTransId="{FB82CA8F-FAAE-4338-B42D-411B71A393D0}" sibTransId="{9847EFBA-07E4-4A28-9C1A-E7667B923BB5}"/>
    <dgm:cxn modelId="{FB0DD99D-B2BA-4021-9408-65C4A75A33FA}" type="presOf" srcId="{73AD1036-9A58-4EFE-A690-768795CB6028}" destId="{2B0884EC-019C-489D-80AA-7566A7966A30}" srcOrd="1" destOrd="1" presId="urn:microsoft.com/office/officeart/2005/8/layout/hProcess4"/>
    <dgm:cxn modelId="{57C819A0-FEEF-4499-9215-010A53459E94}" type="presOf" srcId="{DE3AD505-65C0-49B0-BBA3-107F8FE3DB83}" destId="{D401E58F-260B-48C4-8ED1-6DB73FD4E661}" srcOrd="1" destOrd="0" presId="urn:microsoft.com/office/officeart/2005/8/layout/hProcess4"/>
    <dgm:cxn modelId="{386B6FA2-11AE-4306-87A5-5A0A9AD05545}" type="presOf" srcId="{DE3AD505-65C0-49B0-BBA3-107F8FE3DB83}" destId="{F05C07F2-711F-4DDA-BF5D-F2D18D771FE6}" srcOrd="0" destOrd="0" presId="urn:microsoft.com/office/officeart/2005/8/layout/hProcess4"/>
    <dgm:cxn modelId="{D15EB9A4-4448-42E4-825C-101418440CCE}" type="presOf" srcId="{3ED2CA7C-8CF3-4C7D-B586-70BE48490C21}" destId="{46A5BD50-A357-43EB-900E-7628F4E860EB}" srcOrd="0" destOrd="0" presId="urn:microsoft.com/office/officeart/2005/8/layout/hProcess4"/>
    <dgm:cxn modelId="{485B4FA8-4B7A-41EE-805A-0A7F9B58C05F}" srcId="{9979E402-2F88-436A-8282-66EF53786664}" destId="{1B2331C3-4ED8-496E-B08D-D0298EC66B33}" srcOrd="3" destOrd="0" parTransId="{AC82ECB6-EA97-4655-832A-F7DBD845A327}" sibTransId="{DF074269-6B53-4585-A81D-788C397101BD}"/>
    <dgm:cxn modelId="{A70050AC-16C3-4796-B1D0-E0E254CCE140}" srcId="{B665338B-645B-41AE-983D-65FFD2CDBEFF}" destId="{4EF5B21F-0522-4B37-85D6-CEB430CCB426}" srcOrd="3" destOrd="0" parTransId="{06D2B8CE-436D-4AFF-82EB-8E83CF98C990}" sibTransId="{8AE8FF60-82A8-45AF-820F-8DF44D12B158}"/>
    <dgm:cxn modelId="{6C129AAC-CE1C-4F68-AB43-850E76371DBF}" type="presOf" srcId="{5A9B94D9-D4F7-4D1D-B7A5-E4EBAEBE5076}" destId="{2B0884EC-019C-489D-80AA-7566A7966A30}" srcOrd="1" destOrd="0" presId="urn:microsoft.com/office/officeart/2005/8/layout/hProcess4"/>
    <dgm:cxn modelId="{6E8D91AF-8DE7-4F4E-8EAB-E5CED69CEC1F}" type="presOf" srcId="{9847EFBA-07E4-4A28-9C1A-E7667B923BB5}" destId="{1578868B-2CAF-4820-BE2E-8D12F7F7A919}" srcOrd="0" destOrd="0" presId="urn:microsoft.com/office/officeart/2005/8/layout/hProcess4"/>
    <dgm:cxn modelId="{89E99CB0-D87A-4B3C-9588-85E36DE4E5D4}" type="presOf" srcId="{9AACA625-023E-4357-97C3-04906BC41DD8}" destId="{ADB04D02-A97C-4659-BAB1-BFD732875B6F}" srcOrd="0" destOrd="1" presId="urn:microsoft.com/office/officeart/2005/8/layout/hProcess4"/>
    <dgm:cxn modelId="{621691B4-DDBD-4DF2-B1B0-FB701B9853D5}" type="presOf" srcId="{A3A0FADB-9E1C-46FA-9954-1A7B414B35B9}" destId="{D401E58F-260B-48C4-8ED1-6DB73FD4E661}" srcOrd="1" destOrd="1" presId="urn:microsoft.com/office/officeart/2005/8/layout/hProcess4"/>
    <dgm:cxn modelId="{16ECBFB4-04FA-4F01-9B73-FB666D5B3594}" type="presOf" srcId="{39031FE6-9489-43E5-BCCE-9368A5102F41}" destId="{0F7E9FD4-6D4A-4F6B-86E7-3179B41C32BE}" srcOrd="1" destOrd="2" presId="urn:microsoft.com/office/officeart/2005/8/layout/hProcess4"/>
    <dgm:cxn modelId="{B5D0ECB7-E566-4057-A1EA-FD252152DFE1}" type="presOf" srcId="{59B08BBC-3ABB-47D1-B928-7D3326411A7C}" destId="{7AE20833-C756-4510-9EF0-F24DE50F50DA}" srcOrd="1" destOrd="0" presId="urn:microsoft.com/office/officeart/2005/8/layout/hProcess4"/>
    <dgm:cxn modelId="{3CB867B9-6F43-4AB6-9530-DB6C5EF59301}" srcId="{D6FB274B-FC90-4E83-AEF4-3C4FAD353500}" destId="{0B006AC3-28C8-4288-AFED-91FA3D0A00F9}" srcOrd="1" destOrd="0" parTransId="{3666285E-AE42-426B-A018-E0BA7E841619}" sibTransId="{80AA56DF-E813-4B21-A7F1-6FEC4A8ABA5B}"/>
    <dgm:cxn modelId="{512E31BD-BF4D-4053-8171-89D1D2BD3D55}" type="presOf" srcId="{0B006AC3-28C8-4288-AFED-91FA3D0A00F9}" destId="{B6E2E50B-E13E-4164-8844-C48D2241F28F}" srcOrd="1" destOrd="1" presId="urn:microsoft.com/office/officeart/2005/8/layout/hProcess4"/>
    <dgm:cxn modelId="{20329BC2-7661-4608-A1B3-90DD63C183D1}" type="presOf" srcId="{D6FB274B-FC90-4E83-AEF4-3C4FAD353500}" destId="{B490D780-DC4A-4D63-9BE5-4D77B5D5EE7D}" srcOrd="0" destOrd="0" presId="urn:microsoft.com/office/officeart/2005/8/layout/hProcess4"/>
    <dgm:cxn modelId="{A76D05C4-A12A-4B98-9194-3F92D8D6E43A}" srcId="{B665338B-645B-41AE-983D-65FFD2CDBEFF}" destId="{D6FB274B-FC90-4E83-AEF4-3C4FAD353500}" srcOrd="0" destOrd="0" parTransId="{5A19F18F-4921-423D-81BF-A1FD0D5AC97B}" sibTransId="{8B704CD4-C4A3-4CA8-9E6D-3F5A58FB5A6E}"/>
    <dgm:cxn modelId="{500E1CC5-E3EB-48CE-81C8-01B2FF0977A1}" type="presOf" srcId="{609221ED-82FD-45D9-955E-69D98C9F9837}" destId="{F19BD381-30C3-4201-B50A-E41684C9478F}" srcOrd="0" destOrd="2" presId="urn:microsoft.com/office/officeart/2005/8/layout/hProcess4"/>
    <dgm:cxn modelId="{E51FFEC5-0C48-4BFD-9DD2-0E5F0D9F9B63}" srcId="{B665338B-645B-41AE-983D-65FFD2CDBEFF}" destId="{2207399F-F7A9-4246-825E-CB2F59081A8E}" srcOrd="1" destOrd="0" parTransId="{0BBDA673-1136-4713-8084-109E95915A75}" sibTransId="{4151D506-449B-4309-95E1-51332BF9EED7}"/>
    <dgm:cxn modelId="{CA233CC6-92B2-4A88-BEFC-46B83D41E595}" srcId="{2207399F-F7A9-4246-825E-CB2F59081A8E}" destId="{39031FE6-9489-43E5-BCCE-9368A5102F41}" srcOrd="2" destOrd="0" parTransId="{8B494894-2007-4090-BB37-185754316FE5}" sibTransId="{894F75BD-961D-4E6E-8B14-1223A8001890}"/>
    <dgm:cxn modelId="{47FFA8C6-5991-4EDA-8402-967CDCF06D51}" srcId="{4EF5B21F-0522-4B37-85D6-CEB430CCB426}" destId="{A3A0FADB-9E1C-46FA-9954-1A7B414B35B9}" srcOrd="1" destOrd="0" parTransId="{38FAC2C9-419E-4EF5-879C-35B6091251F6}" sibTransId="{F5341326-D575-46DC-A6B0-BD344AD6EE25}"/>
    <dgm:cxn modelId="{A8E619CC-CD02-4E00-B8C5-610274244D24}" type="presOf" srcId="{C29477DB-93CB-41C5-979C-064DF5F4039B}" destId="{6B4282B9-062B-41C5-898A-A66339751090}" srcOrd="0" destOrd="0" presId="urn:microsoft.com/office/officeart/2005/8/layout/hProcess4"/>
    <dgm:cxn modelId="{92BD74CD-A52D-439A-B938-51B066954595}" srcId="{B665338B-645B-41AE-983D-65FFD2CDBEFF}" destId="{C29477DB-93CB-41C5-979C-064DF5F4039B}" srcOrd="4" destOrd="0" parTransId="{146D272C-43EF-4C36-BDDC-49E2C0F2BD02}" sibTransId="{D3BF079C-D04F-4E30-9314-BE8D4456213A}"/>
    <dgm:cxn modelId="{B17DDED1-670D-4B61-B3E7-F712F73AE8BF}" type="presOf" srcId="{39031FE6-9489-43E5-BCCE-9368A5102F41}" destId="{46A5BD50-A357-43EB-900E-7628F4E860EB}" srcOrd="0" destOrd="2" presId="urn:microsoft.com/office/officeart/2005/8/layout/hProcess4"/>
    <dgm:cxn modelId="{6A727CD2-775C-4511-B002-9C281868F8FC}" type="presOf" srcId="{8D030EC8-A772-4D56-8F07-0AE23381547A}" destId="{7B6A1E41-DCFE-4AC5-8D88-041D7A647606}" srcOrd="0" destOrd="0" presId="urn:microsoft.com/office/officeart/2005/8/layout/hProcess4"/>
    <dgm:cxn modelId="{9768A2D3-4C6C-49DA-8A2F-78843B19EEF7}" type="presOf" srcId="{73AD1036-9A58-4EFE-A690-768795CB6028}" destId="{F19BD381-30C3-4201-B50A-E41684C9478F}" srcOrd="0" destOrd="1" presId="urn:microsoft.com/office/officeart/2005/8/layout/hProcess4"/>
    <dgm:cxn modelId="{897409D9-192B-4EDF-8972-02F349E168B0}" type="presOf" srcId="{4EF5B21F-0522-4B37-85D6-CEB430CCB426}" destId="{3EA60A08-F209-4DFD-A8C0-33D58C80F67D}" srcOrd="0" destOrd="0" presId="urn:microsoft.com/office/officeart/2005/8/layout/hProcess4"/>
    <dgm:cxn modelId="{76A112EF-4F15-4699-96ED-8440111B0D2F}" type="presOf" srcId="{3ED2CA7C-8CF3-4C7D-B586-70BE48490C21}" destId="{0F7E9FD4-6D4A-4F6B-86E7-3179B41C32BE}" srcOrd="1" destOrd="0" presId="urn:microsoft.com/office/officeart/2005/8/layout/hProcess4"/>
    <dgm:cxn modelId="{DAEEB7EF-C8BB-4E20-B08B-BB49E4076AEB}" type="presOf" srcId="{4151D506-449B-4309-95E1-51332BF9EED7}" destId="{DB00C555-2EA1-4D87-A59D-2B8C4B0D5343}" srcOrd="0" destOrd="0" presId="urn:microsoft.com/office/officeart/2005/8/layout/hProcess4"/>
    <dgm:cxn modelId="{09CF8BF3-4050-4D48-B720-9B954225D1AE}" type="presOf" srcId="{B665338B-645B-41AE-983D-65FFD2CDBEFF}" destId="{0988CE5C-27CF-4DBE-A10F-ED07BCA1B13B}" srcOrd="0" destOrd="0" presId="urn:microsoft.com/office/officeart/2005/8/layout/hProcess4"/>
    <dgm:cxn modelId="{BEA7AAF9-73A8-40BA-9938-1032F9ABF083}" type="presOf" srcId="{FBC92019-F9D6-44C7-8FEB-8E1D787D9847}" destId="{0F7E9FD4-6D4A-4F6B-86E7-3179B41C32BE}" srcOrd="1" destOrd="1" presId="urn:microsoft.com/office/officeart/2005/8/layout/hProcess4"/>
    <dgm:cxn modelId="{8E02247B-249E-4971-8582-4D578DC693B5}" type="presParOf" srcId="{0988CE5C-27CF-4DBE-A10F-ED07BCA1B13B}" destId="{3B42B861-20D8-4D43-90F3-4BC0C7641FEA}" srcOrd="0" destOrd="0" presId="urn:microsoft.com/office/officeart/2005/8/layout/hProcess4"/>
    <dgm:cxn modelId="{8A984E5A-25BC-457C-8A35-C399DC0FA32C}" type="presParOf" srcId="{0988CE5C-27CF-4DBE-A10F-ED07BCA1B13B}" destId="{130535EF-3ED6-4707-8CDF-434B62E24FB2}" srcOrd="1" destOrd="0" presId="urn:microsoft.com/office/officeart/2005/8/layout/hProcess4"/>
    <dgm:cxn modelId="{6BDDB780-B06A-4A02-A045-9E0ED006ED79}" type="presParOf" srcId="{0988CE5C-27CF-4DBE-A10F-ED07BCA1B13B}" destId="{1B16AE6F-9C06-44DE-B7B3-443002962661}" srcOrd="2" destOrd="0" presId="urn:microsoft.com/office/officeart/2005/8/layout/hProcess4"/>
    <dgm:cxn modelId="{284311B6-26B0-4243-8D7B-D38DAC4C268D}" type="presParOf" srcId="{1B16AE6F-9C06-44DE-B7B3-443002962661}" destId="{47783FFD-6B7A-4B16-8B2D-C7BCF1A62BEB}" srcOrd="0" destOrd="0" presId="urn:microsoft.com/office/officeart/2005/8/layout/hProcess4"/>
    <dgm:cxn modelId="{6CF7F396-8827-4D14-8DA4-69EA159A7927}" type="presParOf" srcId="{47783FFD-6B7A-4B16-8B2D-C7BCF1A62BEB}" destId="{DA10E415-6204-420F-80BD-B31B53E13273}" srcOrd="0" destOrd="0" presId="urn:microsoft.com/office/officeart/2005/8/layout/hProcess4"/>
    <dgm:cxn modelId="{6840C6C7-18AF-4FA3-B345-E8BDFA5973F2}" type="presParOf" srcId="{47783FFD-6B7A-4B16-8B2D-C7BCF1A62BEB}" destId="{7B6A1E41-DCFE-4AC5-8D88-041D7A647606}" srcOrd="1" destOrd="0" presId="urn:microsoft.com/office/officeart/2005/8/layout/hProcess4"/>
    <dgm:cxn modelId="{86D63359-65D5-4766-A686-645809ACA013}" type="presParOf" srcId="{47783FFD-6B7A-4B16-8B2D-C7BCF1A62BEB}" destId="{B6E2E50B-E13E-4164-8844-C48D2241F28F}" srcOrd="2" destOrd="0" presId="urn:microsoft.com/office/officeart/2005/8/layout/hProcess4"/>
    <dgm:cxn modelId="{3C1FE65B-F63C-476D-A462-06C3B488B153}" type="presParOf" srcId="{47783FFD-6B7A-4B16-8B2D-C7BCF1A62BEB}" destId="{B490D780-DC4A-4D63-9BE5-4D77B5D5EE7D}" srcOrd="3" destOrd="0" presId="urn:microsoft.com/office/officeart/2005/8/layout/hProcess4"/>
    <dgm:cxn modelId="{F200723C-5CF0-4576-B034-C5F7F4DFBE56}" type="presParOf" srcId="{47783FFD-6B7A-4B16-8B2D-C7BCF1A62BEB}" destId="{87DD02B4-7C99-44ED-82C9-CCF60F0E4156}" srcOrd="4" destOrd="0" presId="urn:microsoft.com/office/officeart/2005/8/layout/hProcess4"/>
    <dgm:cxn modelId="{199FFFF0-6D65-4F9A-B6C0-9510B4DCD180}" type="presParOf" srcId="{1B16AE6F-9C06-44DE-B7B3-443002962661}" destId="{850FA6B7-9A4F-4AA5-BDED-68AE9D7593C5}" srcOrd="1" destOrd="0" presId="urn:microsoft.com/office/officeart/2005/8/layout/hProcess4"/>
    <dgm:cxn modelId="{97E4FEDA-2837-422C-BF97-0B9F4F4675A1}" type="presParOf" srcId="{1B16AE6F-9C06-44DE-B7B3-443002962661}" destId="{0328E4F2-55DB-49EF-9802-C730AABD0081}" srcOrd="2" destOrd="0" presId="urn:microsoft.com/office/officeart/2005/8/layout/hProcess4"/>
    <dgm:cxn modelId="{D556B14D-B12A-4BAD-B76F-427687752D7E}" type="presParOf" srcId="{0328E4F2-55DB-49EF-9802-C730AABD0081}" destId="{AD0988AB-4656-45BA-92AB-034657C4B796}" srcOrd="0" destOrd="0" presId="urn:microsoft.com/office/officeart/2005/8/layout/hProcess4"/>
    <dgm:cxn modelId="{35B16C7A-7A36-4491-A600-2248633CE92E}" type="presParOf" srcId="{0328E4F2-55DB-49EF-9802-C730AABD0081}" destId="{46A5BD50-A357-43EB-900E-7628F4E860EB}" srcOrd="1" destOrd="0" presId="urn:microsoft.com/office/officeart/2005/8/layout/hProcess4"/>
    <dgm:cxn modelId="{46861D2F-B34E-48EE-86A2-89AAD7B68687}" type="presParOf" srcId="{0328E4F2-55DB-49EF-9802-C730AABD0081}" destId="{0F7E9FD4-6D4A-4F6B-86E7-3179B41C32BE}" srcOrd="2" destOrd="0" presId="urn:microsoft.com/office/officeart/2005/8/layout/hProcess4"/>
    <dgm:cxn modelId="{F0696B38-CC8E-4F68-8F0C-6307A16AF796}" type="presParOf" srcId="{0328E4F2-55DB-49EF-9802-C730AABD0081}" destId="{DDA911AB-DE02-438A-8E06-1357C3CEF326}" srcOrd="3" destOrd="0" presId="urn:microsoft.com/office/officeart/2005/8/layout/hProcess4"/>
    <dgm:cxn modelId="{FDB293E5-83F2-4B35-A524-C84FF5568549}" type="presParOf" srcId="{0328E4F2-55DB-49EF-9802-C730AABD0081}" destId="{7804C83F-F9D9-4951-9D31-12A35D659178}" srcOrd="4" destOrd="0" presId="urn:microsoft.com/office/officeart/2005/8/layout/hProcess4"/>
    <dgm:cxn modelId="{8D3D8840-A11F-4F86-B3D3-BD0DEC9D092D}" type="presParOf" srcId="{1B16AE6F-9C06-44DE-B7B3-443002962661}" destId="{DB00C555-2EA1-4D87-A59D-2B8C4B0D5343}" srcOrd="3" destOrd="0" presId="urn:microsoft.com/office/officeart/2005/8/layout/hProcess4"/>
    <dgm:cxn modelId="{0ADE820B-90DB-48CC-AF84-55E1B28F3DD4}" type="presParOf" srcId="{1B16AE6F-9C06-44DE-B7B3-443002962661}" destId="{2117CB8B-B23D-45D5-9E33-38B69A7745CD}" srcOrd="4" destOrd="0" presId="urn:microsoft.com/office/officeart/2005/8/layout/hProcess4"/>
    <dgm:cxn modelId="{B535CAEE-4949-428A-8C91-FC9FD28E5B0D}" type="presParOf" srcId="{2117CB8B-B23D-45D5-9E33-38B69A7745CD}" destId="{C0FF3479-16E6-49BC-A8B8-4C9F990843A7}" srcOrd="0" destOrd="0" presId="urn:microsoft.com/office/officeart/2005/8/layout/hProcess4"/>
    <dgm:cxn modelId="{713357C0-02CC-4FCC-9CAD-1FF1A82A56DB}" type="presParOf" srcId="{2117CB8B-B23D-45D5-9E33-38B69A7745CD}" destId="{F19BD381-30C3-4201-B50A-E41684C9478F}" srcOrd="1" destOrd="0" presId="urn:microsoft.com/office/officeart/2005/8/layout/hProcess4"/>
    <dgm:cxn modelId="{EDDA57EF-EF1F-43B9-B468-2E3A41BA07B0}" type="presParOf" srcId="{2117CB8B-B23D-45D5-9E33-38B69A7745CD}" destId="{2B0884EC-019C-489D-80AA-7566A7966A30}" srcOrd="2" destOrd="0" presId="urn:microsoft.com/office/officeart/2005/8/layout/hProcess4"/>
    <dgm:cxn modelId="{B7A03FFD-9BB8-4113-A6F2-4CD2CE00EFB8}" type="presParOf" srcId="{2117CB8B-B23D-45D5-9E33-38B69A7745CD}" destId="{E878FD4D-12B7-458B-BC0F-B75BEB791108}" srcOrd="3" destOrd="0" presId="urn:microsoft.com/office/officeart/2005/8/layout/hProcess4"/>
    <dgm:cxn modelId="{C976CD9F-50A8-4F68-81EE-61406A37FF7E}" type="presParOf" srcId="{2117CB8B-B23D-45D5-9E33-38B69A7745CD}" destId="{027CC7A2-E7F3-4B8D-9476-6FC0FC0D42B5}" srcOrd="4" destOrd="0" presId="urn:microsoft.com/office/officeart/2005/8/layout/hProcess4"/>
    <dgm:cxn modelId="{28114FC8-FE8A-4245-9F99-8C1E93FECBD2}" type="presParOf" srcId="{1B16AE6F-9C06-44DE-B7B3-443002962661}" destId="{1578868B-2CAF-4820-BE2E-8D12F7F7A919}" srcOrd="5" destOrd="0" presId="urn:microsoft.com/office/officeart/2005/8/layout/hProcess4"/>
    <dgm:cxn modelId="{4512F751-2445-4C67-A021-4D4F78DDA44E}" type="presParOf" srcId="{1B16AE6F-9C06-44DE-B7B3-443002962661}" destId="{578FD416-01AF-4BF7-8392-ADA912499F29}" srcOrd="6" destOrd="0" presId="urn:microsoft.com/office/officeart/2005/8/layout/hProcess4"/>
    <dgm:cxn modelId="{F4AD7042-6255-4D13-98CB-9ED5E25493DC}" type="presParOf" srcId="{578FD416-01AF-4BF7-8392-ADA912499F29}" destId="{7E780BE3-10E5-46D1-8004-1C601ECFD3D8}" srcOrd="0" destOrd="0" presId="urn:microsoft.com/office/officeart/2005/8/layout/hProcess4"/>
    <dgm:cxn modelId="{1D18C789-A928-40B5-AB2C-E2659849D4AA}" type="presParOf" srcId="{578FD416-01AF-4BF7-8392-ADA912499F29}" destId="{F05C07F2-711F-4DDA-BF5D-F2D18D771FE6}" srcOrd="1" destOrd="0" presId="urn:microsoft.com/office/officeart/2005/8/layout/hProcess4"/>
    <dgm:cxn modelId="{3003F9AB-A521-4335-9260-1978D1AD3CB6}" type="presParOf" srcId="{578FD416-01AF-4BF7-8392-ADA912499F29}" destId="{D401E58F-260B-48C4-8ED1-6DB73FD4E661}" srcOrd="2" destOrd="0" presId="urn:microsoft.com/office/officeart/2005/8/layout/hProcess4"/>
    <dgm:cxn modelId="{7A83E9D0-44EA-44A1-9000-8CECBCF7FFB4}" type="presParOf" srcId="{578FD416-01AF-4BF7-8392-ADA912499F29}" destId="{3EA60A08-F209-4DFD-A8C0-33D58C80F67D}" srcOrd="3" destOrd="0" presId="urn:microsoft.com/office/officeart/2005/8/layout/hProcess4"/>
    <dgm:cxn modelId="{93679562-A747-405A-B8BB-8C6D60BD8694}" type="presParOf" srcId="{578FD416-01AF-4BF7-8392-ADA912499F29}" destId="{7817C187-EDC9-4BDB-8E07-5816A8486ADC}" srcOrd="4" destOrd="0" presId="urn:microsoft.com/office/officeart/2005/8/layout/hProcess4"/>
    <dgm:cxn modelId="{D5EE8E5D-BA15-4F09-BD1C-2325FB452574}" type="presParOf" srcId="{1B16AE6F-9C06-44DE-B7B3-443002962661}" destId="{6D128CA8-FD42-4C08-9436-4EB380FD44D3}" srcOrd="7" destOrd="0" presId="urn:microsoft.com/office/officeart/2005/8/layout/hProcess4"/>
    <dgm:cxn modelId="{11C561E8-3DB9-4233-82E5-7A77C6CB7F97}" type="presParOf" srcId="{1B16AE6F-9C06-44DE-B7B3-443002962661}" destId="{838A943B-5AF7-470A-AED0-8ACF9C66754C}" srcOrd="8" destOrd="0" presId="urn:microsoft.com/office/officeart/2005/8/layout/hProcess4"/>
    <dgm:cxn modelId="{68E3EDAA-0B34-4001-9103-77A34C041E9C}" type="presParOf" srcId="{838A943B-5AF7-470A-AED0-8ACF9C66754C}" destId="{30F6E697-57B1-4870-BFC9-533B32FBD49C}" srcOrd="0" destOrd="0" presId="urn:microsoft.com/office/officeart/2005/8/layout/hProcess4"/>
    <dgm:cxn modelId="{E98B8F1A-0BC9-40B0-94F9-23E3CBFFD17F}" type="presParOf" srcId="{838A943B-5AF7-470A-AED0-8ACF9C66754C}" destId="{ADB04D02-A97C-4659-BAB1-BFD732875B6F}" srcOrd="1" destOrd="0" presId="urn:microsoft.com/office/officeart/2005/8/layout/hProcess4"/>
    <dgm:cxn modelId="{08ECF840-089C-4862-ABAF-C7E6617793E6}" type="presParOf" srcId="{838A943B-5AF7-470A-AED0-8ACF9C66754C}" destId="{7AE20833-C756-4510-9EF0-F24DE50F50DA}" srcOrd="2" destOrd="0" presId="urn:microsoft.com/office/officeart/2005/8/layout/hProcess4"/>
    <dgm:cxn modelId="{195A2B67-DBF7-495C-AFA0-FB7C558E505D}" type="presParOf" srcId="{838A943B-5AF7-470A-AED0-8ACF9C66754C}" destId="{6B4282B9-062B-41C5-898A-A66339751090}" srcOrd="3" destOrd="0" presId="urn:microsoft.com/office/officeart/2005/8/layout/hProcess4"/>
    <dgm:cxn modelId="{341B1116-E638-45B0-BA3D-E687D79EBA22}" type="presParOf" srcId="{838A943B-5AF7-470A-AED0-8ACF9C66754C}" destId="{04B1D9E8-A2BC-4D6C-9BD0-5020C9F200A9}" srcOrd="4" destOrd="0" presId="urn:microsoft.com/office/officeart/2005/8/layout/h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6A1E41-DCFE-4AC5-8D88-041D7A647606}">
      <dsp:nvSpPr>
        <dsp:cNvPr id="0" name=""/>
        <dsp:cNvSpPr/>
      </dsp:nvSpPr>
      <dsp:spPr>
        <a:xfrm>
          <a:off x="1915" y="1365968"/>
          <a:ext cx="1722640" cy="142081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14300" lvl="1" indent="-114300" algn="l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1400" kern="1200" dirty="0"/>
            <a:t>Denné ceny akcií</a:t>
          </a:r>
        </a:p>
        <a:p>
          <a:pPr marL="114300" lvl="1" indent="-114300" algn="l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1400" kern="1200" dirty="0" err="1"/>
            <a:t>Exploračná</a:t>
          </a:r>
          <a:r>
            <a:rPr lang="sk-SK" sz="1400" kern="1200" dirty="0"/>
            <a:t> analýza</a:t>
          </a:r>
        </a:p>
      </dsp:txBody>
      <dsp:txXfrm>
        <a:off x="34612" y="1398665"/>
        <a:ext cx="1657246" cy="1050963"/>
      </dsp:txXfrm>
    </dsp:sp>
    <dsp:sp modelId="{850FA6B7-9A4F-4AA5-BDED-68AE9D7593C5}">
      <dsp:nvSpPr>
        <dsp:cNvPr id="0" name=""/>
        <dsp:cNvSpPr/>
      </dsp:nvSpPr>
      <dsp:spPr>
        <a:xfrm>
          <a:off x="872929" y="1328870"/>
          <a:ext cx="2065304" cy="2065304"/>
        </a:xfrm>
        <a:prstGeom prst="leftCircularArrow">
          <a:avLst>
            <a:gd name="adj1" fmla="val 3950"/>
            <a:gd name="adj2" fmla="val 495472"/>
            <a:gd name="adj3" fmla="val 2270983"/>
            <a:gd name="adj4" fmla="val 9024489"/>
            <a:gd name="adj5" fmla="val 4609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90D780-DC4A-4D63-9BE5-4D77B5D5EE7D}">
      <dsp:nvSpPr>
        <dsp:cNvPr id="0" name=""/>
        <dsp:cNvSpPr/>
      </dsp:nvSpPr>
      <dsp:spPr>
        <a:xfrm>
          <a:off x="384724" y="2482326"/>
          <a:ext cx="1531236" cy="60892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sk-SK" sz="2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Dáta</a:t>
          </a:r>
        </a:p>
      </dsp:txBody>
      <dsp:txXfrm>
        <a:off x="402559" y="2500161"/>
        <a:ext cx="1495566" cy="573252"/>
      </dsp:txXfrm>
    </dsp:sp>
    <dsp:sp modelId="{46A5BD50-A357-43EB-900E-7628F4E860EB}">
      <dsp:nvSpPr>
        <dsp:cNvPr id="0" name=""/>
        <dsp:cNvSpPr/>
      </dsp:nvSpPr>
      <dsp:spPr>
        <a:xfrm>
          <a:off x="2304465" y="1365968"/>
          <a:ext cx="1722640" cy="142081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14300" lvl="1" indent="-114300" algn="l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1400" kern="1200" dirty="0"/>
            <a:t>Log výnosy</a:t>
          </a:r>
        </a:p>
        <a:p>
          <a:pPr marL="114300" lvl="1" indent="-114300" algn="l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1400" kern="1200" dirty="0"/>
            <a:t>Volatilita</a:t>
          </a:r>
        </a:p>
        <a:p>
          <a:pPr marL="114300" lvl="1" indent="-114300" algn="l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1400" kern="1200" dirty="0"/>
            <a:t>Časové obdobia</a:t>
          </a:r>
        </a:p>
      </dsp:txBody>
      <dsp:txXfrm>
        <a:off x="2337162" y="1703126"/>
        <a:ext cx="1657246" cy="1050963"/>
      </dsp:txXfrm>
    </dsp:sp>
    <dsp:sp modelId="{DB00C555-2EA1-4D87-A59D-2B8C4B0D5343}">
      <dsp:nvSpPr>
        <dsp:cNvPr id="0" name=""/>
        <dsp:cNvSpPr/>
      </dsp:nvSpPr>
      <dsp:spPr>
        <a:xfrm>
          <a:off x="3162058" y="690838"/>
          <a:ext cx="2285419" cy="2285419"/>
        </a:xfrm>
        <a:prstGeom prst="circularArrow">
          <a:avLst>
            <a:gd name="adj1" fmla="val 3570"/>
            <a:gd name="adj2" fmla="val 443675"/>
            <a:gd name="adj3" fmla="val 19380814"/>
            <a:gd name="adj4" fmla="val 12575511"/>
            <a:gd name="adj5" fmla="val 4165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A911AB-DE02-438A-8E06-1357C3CEF326}">
      <dsp:nvSpPr>
        <dsp:cNvPr id="0" name=""/>
        <dsp:cNvSpPr/>
      </dsp:nvSpPr>
      <dsp:spPr>
        <a:xfrm>
          <a:off x="2687274" y="1061507"/>
          <a:ext cx="1531236" cy="60892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sk-SK" sz="2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Volatilita</a:t>
          </a:r>
        </a:p>
      </dsp:txBody>
      <dsp:txXfrm>
        <a:off x="2705109" y="1079342"/>
        <a:ext cx="1495566" cy="573252"/>
      </dsp:txXfrm>
    </dsp:sp>
    <dsp:sp modelId="{F19BD381-30C3-4201-B50A-E41684C9478F}">
      <dsp:nvSpPr>
        <dsp:cNvPr id="0" name=""/>
        <dsp:cNvSpPr/>
      </dsp:nvSpPr>
      <dsp:spPr>
        <a:xfrm>
          <a:off x="4607015" y="1365968"/>
          <a:ext cx="1722640" cy="142081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14300" lvl="1" indent="-114300" algn="l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1400" kern="1200" dirty="0"/>
            <a:t>GARCH</a:t>
          </a:r>
        </a:p>
        <a:p>
          <a:pPr marL="114300" lvl="1" indent="-114300" algn="l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1400" kern="1200" dirty="0"/>
            <a:t>HAR</a:t>
          </a:r>
        </a:p>
        <a:p>
          <a:pPr marL="114300" lvl="1" indent="-114300" algn="l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1400" kern="1200" dirty="0" err="1"/>
            <a:t>XGBoost</a:t>
          </a:r>
          <a:endParaRPr lang="sk-SK" sz="1400" kern="1200" dirty="0"/>
        </a:p>
        <a:p>
          <a:pPr marL="114300" lvl="1" indent="-114300" algn="l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1400" kern="1200" dirty="0"/>
            <a:t>LSTM</a:t>
          </a:r>
        </a:p>
      </dsp:txBody>
      <dsp:txXfrm>
        <a:off x="4639712" y="1398665"/>
        <a:ext cx="1657246" cy="1050963"/>
      </dsp:txXfrm>
    </dsp:sp>
    <dsp:sp modelId="{1578868B-2CAF-4820-BE2E-8D12F7F7A919}">
      <dsp:nvSpPr>
        <dsp:cNvPr id="0" name=""/>
        <dsp:cNvSpPr/>
      </dsp:nvSpPr>
      <dsp:spPr>
        <a:xfrm>
          <a:off x="5454113" y="1357102"/>
          <a:ext cx="2065304" cy="2065304"/>
        </a:xfrm>
        <a:prstGeom prst="leftCircularArrow">
          <a:avLst>
            <a:gd name="adj1" fmla="val 3950"/>
            <a:gd name="adj2" fmla="val 495472"/>
            <a:gd name="adj3" fmla="val 2270983"/>
            <a:gd name="adj4" fmla="val 9024489"/>
            <a:gd name="adj5" fmla="val 4609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78FD4D-12B7-458B-BC0F-B75BEB791108}">
      <dsp:nvSpPr>
        <dsp:cNvPr id="0" name=""/>
        <dsp:cNvSpPr/>
      </dsp:nvSpPr>
      <dsp:spPr>
        <a:xfrm>
          <a:off x="4989824" y="2482326"/>
          <a:ext cx="1531236" cy="60892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sk-SK" sz="2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Modely</a:t>
          </a:r>
        </a:p>
      </dsp:txBody>
      <dsp:txXfrm>
        <a:off x="5007659" y="2500161"/>
        <a:ext cx="1495566" cy="573252"/>
      </dsp:txXfrm>
    </dsp:sp>
    <dsp:sp modelId="{F05C07F2-711F-4DDA-BF5D-F2D18D771FE6}">
      <dsp:nvSpPr>
        <dsp:cNvPr id="0" name=""/>
        <dsp:cNvSpPr/>
      </dsp:nvSpPr>
      <dsp:spPr>
        <a:xfrm>
          <a:off x="6909565" y="1365968"/>
          <a:ext cx="1722640" cy="142081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14300" lvl="1" indent="-114300" algn="l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1400" kern="1200" dirty="0"/>
            <a:t>RMSE, QLIKE</a:t>
          </a:r>
        </a:p>
        <a:p>
          <a:pPr marL="114300" lvl="1" indent="-114300" algn="l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1400" kern="1200" dirty="0" err="1"/>
            <a:t>Rolling-Window</a:t>
          </a:r>
          <a:endParaRPr lang="sk-SK" sz="1400" kern="1200" dirty="0"/>
        </a:p>
      </dsp:txBody>
      <dsp:txXfrm>
        <a:off x="6942262" y="1703126"/>
        <a:ext cx="1657246" cy="1050963"/>
      </dsp:txXfrm>
    </dsp:sp>
    <dsp:sp modelId="{6D128CA8-FD42-4C08-9436-4EB380FD44D3}">
      <dsp:nvSpPr>
        <dsp:cNvPr id="0" name=""/>
        <dsp:cNvSpPr/>
      </dsp:nvSpPr>
      <dsp:spPr>
        <a:xfrm>
          <a:off x="7832087" y="690838"/>
          <a:ext cx="2285419" cy="2285419"/>
        </a:xfrm>
        <a:prstGeom prst="circularArrow">
          <a:avLst>
            <a:gd name="adj1" fmla="val 3570"/>
            <a:gd name="adj2" fmla="val 443675"/>
            <a:gd name="adj3" fmla="val 19380814"/>
            <a:gd name="adj4" fmla="val 12575511"/>
            <a:gd name="adj5" fmla="val 4165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A60A08-F209-4DFD-A8C0-33D58C80F67D}">
      <dsp:nvSpPr>
        <dsp:cNvPr id="0" name=""/>
        <dsp:cNvSpPr/>
      </dsp:nvSpPr>
      <dsp:spPr>
        <a:xfrm>
          <a:off x="7292374" y="1061507"/>
          <a:ext cx="1531236" cy="60892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sk-SK" sz="2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Validácia</a:t>
          </a:r>
        </a:p>
      </dsp:txBody>
      <dsp:txXfrm>
        <a:off x="7310209" y="1079342"/>
        <a:ext cx="1495566" cy="573252"/>
      </dsp:txXfrm>
    </dsp:sp>
    <dsp:sp modelId="{ADB04D02-A97C-4659-BAB1-BFD732875B6F}">
      <dsp:nvSpPr>
        <dsp:cNvPr id="0" name=""/>
        <dsp:cNvSpPr/>
      </dsp:nvSpPr>
      <dsp:spPr>
        <a:xfrm>
          <a:off x="9212115" y="1365968"/>
          <a:ext cx="1722640" cy="142081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14300" lvl="1" indent="-114300" algn="l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1400" kern="1200" dirty="0"/>
            <a:t>Vzory volatility</a:t>
          </a:r>
        </a:p>
        <a:p>
          <a:pPr marL="114300" lvl="1" indent="-114300" algn="l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sk-SK" sz="1400" kern="1200" dirty="0"/>
            <a:t>Komparácia trhov a modelov</a:t>
          </a:r>
        </a:p>
      </dsp:txBody>
      <dsp:txXfrm>
        <a:off x="9244812" y="1398665"/>
        <a:ext cx="1657246" cy="1050963"/>
      </dsp:txXfrm>
    </dsp:sp>
    <dsp:sp modelId="{6B4282B9-062B-41C5-898A-A66339751090}">
      <dsp:nvSpPr>
        <dsp:cNvPr id="0" name=""/>
        <dsp:cNvSpPr/>
      </dsp:nvSpPr>
      <dsp:spPr>
        <a:xfrm>
          <a:off x="9594924" y="2482326"/>
          <a:ext cx="1531236" cy="60892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sk-SK" sz="2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Výsledky</a:t>
          </a:r>
        </a:p>
      </dsp:txBody>
      <dsp:txXfrm>
        <a:off x="9612759" y="2500161"/>
        <a:ext cx="1495566" cy="57325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4">
  <dgm:title val=""/>
  <dgm:desc val=""/>
  <dgm:catLst>
    <dgm:cat type="process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tSp" refType="w"/>
      <dgm:constr type="h" for="ch" forName="tSp" refType="h" fact="0.15"/>
      <dgm:constr type="l" for="ch" forName="tSp"/>
      <dgm:constr type="t" for="ch" forName="tSp"/>
      <dgm:constr type="w" for="ch" forName="bSp" refType="w"/>
      <dgm:constr type="h" for="ch" forName="bSp" refType="h" fact="0.15"/>
      <dgm:constr type="l" for="ch" forName="bSp"/>
      <dgm:constr type="t" for="ch" forName="bSp" refType="h" fact="0.85"/>
      <dgm:constr type="w" for="ch" forName="process" refType="w"/>
      <dgm:constr type="h" for="ch" forName="process" refType="h" fact="0.7"/>
      <dgm:constr type="l" for="ch" forName="process"/>
      <dgm:constr type="t" for="ch" forName="process" refType="h" fact="0.15"/>
    </dgm:constrLst>
    <dgm:ruleLst/>
    <dgm:layoutNode name="t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b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rocess">
      <dgm:choose name="Name1">
        <dgm:if name="Name2" func="var" arg="dir" op="equ" val="norm">
          <dgm:alg type="lin">
            <dgm:param type="linDir" val="fromL"/>
          </dgm:alg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1" refType="w"/>
        <dgm:constr type="w" for="ch" forName="composite2" refType="w" refFor="ch" refForName="composite1" op="equ"/>
        <dgm:constr type="h" for="ch" forName="composite1" refType="h"/>
        <dgm:constr type="h" for="ch" forName="composite2" refType="h" refFor="ch" refForName="composite1" op="equ"/>
        <dgm:constr type="primFontSz" for="des" forName="parentNode1" val="65"/>
        <dgm:constr type="primFontSz" for="des" forName="parentNode2" refType="primFontSz" refFor="des" refForName="parentNode1" op="equ"/>
        <dgm:constr type="secFontSz" for="des" forName="childNode1tx" val="65"/>
        <dgm:constr type="secFontSz" for="des" forName="childNode2tx" refType="secFontSz" refFor="des" refForName="childNode1tx" op="equ"/>
        <dgm:constr type="w" for="des" ptType="sibTrans" refType="w" refFor="ch" refForName="composite1" op="equ" fact="0.05"/>
      </dgm:constrLst>
      <dgm:ruleLst/>
      <dgm:forEach name="Name4" axis="ch" ptType="node" step="2">
        <dgm:layoutNode name="composite1">
          <dgm:alg type="composite">
            <dgm:param type="ar" val="0.943"/>
          </dgm:alg>
          <dgm:shape xmlns:r="http://schemas.openxmlformats.org/officeDocument/2006/relationships" r:blip="">
            <dgm:adjLst/>
          </dgm:shape>
          <dgm:presOf/>
          <dgm:choose name="Name5">
            <dgm:if name="Name6" func="var" arg="dir" op="equ" val="norm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 refType="w" fact="0.2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35"/>
              </dgm:constrLst>
            </dgm:if>
            <dgm:else name="Name7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 refType="w" fact="0.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 refType="w" fact="0.1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65"/>
              </dgm:constrLst>
            </dgm:else>
          </dgm:choose>
          <dgm:ruleLst/>
          <dgm:layoutNode name="dummyNode1">
            <dgm:alg type="sp"/>
            <dgm:shape xmlns:r="http://schemas.openxmlformats.org/officeDocument/2006/relationships" type="rect" r:blip="" hideGeom="1">
              <dgm:adjLst/>
            </dgm:shape>
            <dgm:presOf/>
            <dgm:constrLst/>
            <dgm:ruleLst/>
          </dgm:layoutNode>
          <dgm:layoutNode name="childNode1" styleLbl="bgAcc1">
            <dgm:varLst>
              <dgm:bulletEnabled val="1"/>
            </dgm:varLst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/>
            <dgm:ruleLst/>
          </dgm:layoutNode>
          <dgm:layoutNode name="childNode1tx" styleLbl="bgAcc1">
            <dgm:varLst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 axis="des" ptType="node"/>
            <dgm:constrLst>
              <dgm:constr type="secFontSz" val="65"/>
              <dgm:constr type="primFontSz" refType="secFontSz"/>
              <dgm:constr type="tMarg" refType="secFontSz" fact="0.15"/>
              <dgm:constr type="bMarg" refType="secFontSz" fact="0.15"/>
              <dgm:constr type="lMarg" refType="secFontSz" fact="0.15"/>
              <dgm:constr type="rMarg" refType="secFontSz" fact="0.15"/>
            </dgm:constrLst>
            <dgm:ruleLst>
              <dgm:rule type="secFontSz" val="5" fact="NaN" max="NaN"/>
            </dgm:ruleLst>
          </dgm:layoutNode>
          <dgm:layoutNode name="parentNode1" styleLbl="node1">
            <dgm:varLst>
              <dgm:chMax val="1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1"/>
              <dgm:constr type="bMarg" refType="primFontSz" fact="0.1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  <dgm:layoutNode name="connSite1" moveWith="childNode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forEach name="Name8" axis="followSib" ptType="sibTrans" cnt="1">
          <dgm:layoutNode name="Name9">
            <dgm:alg type="conn">
              <dgm:param type="connRout" val="curve"/>
              <dgm:param type="srcNode" val="parentNode1"/>
              <dgm:param type="dstNode" val="connSite2"/>
              <dgm:param type="begPts" val="bCtr"/>
              <dgm:param type="endPts" val="bCtr"/>
            </dgm:alg>
            <dgm:shape xmlns:r="http://schemas.openxmlformats.org/officeDocument/2006/relationships" type="conn" r:blip="" zOrderOff="-2">
              <dgm:adjLst/>
            </dgm:shape>
            <dgm:presOf axis="self"/>
            <dgm:choose name="Name10">
              <dgm:if name="Name11" func="var" arg="dir" op="equ" val="norm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-1.15"/>
                  <dgm:constr type="begPad"/>
                  <dgm:constr type="endPad"/>
                </dgm:constrLst>
              </dgm:if>
              <dgm:else name="Name12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1.15"/>
                  <dgm:constr type="begPad"/>
                  <dgm:constr type="endPad"/>
                </dgm:constrLst>
              </dgm:else>
            </dgm:choose>
            <dgm:ruleLst/>
          </dgm:layoutNode>
        </dgm:forEach>
        <dgm:forEach name="Name13" axis="followSib" ptType="node" cnt="1">
          <dgm:layoutNode name="composite2">
            <dgm:alg type="composite">
              <dgm:param type="ar" val="0.943"/>
            </dgm:alg>
            <dgm:shape xmlns:r="http://schemas.openxmlformats.org/officeDocument/2006/relationships" r:blip="">
              <dgm:adjLst/>
            </dgm:shape>
            <dgm:presOf/>
            <dgm:choose name="Name14">
              <dgm:if name="Name15" func="var" arg="dir" op="equ" val="norm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 refType="w" fact="0.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25"/>
                </dgm:constrLst>
              </dgm:if>
              <dgm:else name="Name16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 refType="w" fact="0.1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 refType="w" fact="0.1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85"/>
                </dgm:constrLst>
              </dgm:else>
            </dgm:choose>
            <dgm:ruleLst/>
            <dgm:layoutNode name="dummyNode2">
              <dgm:alg type="sp"/>
              <dgm:shape xmlns:r="http://schemas.openxmlformats.org/officeDocument/2006/relationships" type="rect" r:blip="" hideGeom="1">
                <dgm:adjLst/>
              </dgm:shape>
              <dgm:presOf/>
              <dgm:constrLst/>
              <dgm:ruleLst/>
            </dgm:layoutNode>
            <dgm:layoutNode name="childNode2" styleLbl="bgAcc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des" ptType="node"/>
              <dgm:constrLst/>
              <dgm:ruleLst/>
            </dgm:layoutNode>
            <dgm:layoutNode name="childNode2tx" styleLbl="bgAcc1">
              <dgm:varLst>
                <dgm:bulletEnabled val="1"/>
              </dgm:varLst>
              <dgm:alg type="tx">
                <dgm:param type="stBulletLvl" val="1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15"/>
                <dgm:constr type="bMarg" refType="secFontSz" fact="0.15"/>
                <dgm:constr type="lMarg" refType="secFontSz" fact="0.15"/>
                <dgm:constr type="rMarg" refType="secFontSz" fact="0.15"/>
              </dgm:constrLst>
              <dgm:ruleLst>
                <dgm:rule type="secFontSz" val="5" fact="NaN" max="NaN"/>
              </dgm:ruleLst>
            </dgm:layoutNode>
            <dgm:layoutNode name="parentNode2" styleLbl="node1">
              <dgm:varLst>
                <dgm:chMax val="0"/>
                <dgm:bulletEnabled val="1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connSite2" moveWith="childNode2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layoutNode>
          <dgm:forEach name="Name17" axis="followSib" ptType="sibTrans" cnt="1">
            <dgm:layoutNode name="Name18">
              <dgm:alg type="conn">
                <dgm:param type="connRout" val="curve"/>
                <dgm:param type="srcNode" val="parentNode2"/>
                <dgm:param type="dstNode" val="connSite1"/>
                <dgm:param type="begPts" val="tCtr"/>
                <dgm:param type="endPts" val="tCtr"/>
              </dgm:alg>
              <dgm:shape xmlns:r="http://schemas.openxmlformats.org/officeDocument/2006/relationships" type="conn" r:blip="" zOrderOff="-2">
                <dgm:adjLst/>
              </dgm:shape>
              <dgm:presOf axis="self"/>
              <dgm:choose name="Name19">
                <dgm:if name="Name20" func="var" arg="dir" op="equ" val="norm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1.15"/>
                    <dgm:constr type="begPad"/>
                    <dgm:constr type="endPad"/>
                  </dgm:constrLst>
                </dgm:if>
                <dgm:else name="Name21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-1.15"/>
                    <dgm:constr type="begPad"/>
                    <dgm:constr type="endPad"/>
                  </dgm:constrLst>
                </dgm:else>
              </dgm:choose>
              <dgm:ruleLst/>
            </dgm:layoutNode>
          </dgm:forEach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400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0952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83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9278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6/20/2026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56172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6/20/2026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0161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6/20/2026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14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592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 dirty="0"/>
              <a:t>Kliknutím na ikonu pridáte obrázok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4089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4881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4083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6/20/2026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3347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00EEC76-6C04-7DBD-4B82-F7DAFC7F14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2377613"/>
          </a:xfrm>
        </p:spPr>
        <p:txBody>
          <a:bodyPr>
            <a:noAutofit/>
          </a:bodyPr>
          <a:lstStyle/>
          <a:p>
            <a:pPr algn="ctr"/>
            <a:r>
              <a:rPr lang="sk-SK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Identifikácia vzorov v časových radoch pre komparáciu volatility akciových trhov USA, Číny a Európy pomocou metód umelej inteligencie</a:t>
            </a:r>
            <a:endParaRPr lang="sk-SK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73B7FBB1-1C45-89A4-1990-BB3A6B5BF8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3597215"/>
            <a:ext cx="11036808" cy="2441277"/>
          </a:xfrm>
        </p:spPr>
        <p:txBody>
          <a:bodyPr>
            <a:normAutofit/>
          </a:bodyPr>
          <a:lstStyle/>
          <a:p>
            <a:pPr algn="ctr"/>
            <a:endParaRPr lang="sk-SK" sz="2000" dirty="0"/>
          </a:p>
          <a:p>
            <a:pPr algn="ctr"/>
            <a:r>
              <a:rPr lang="en-US" sz="2000" dirty="0"/>
              <a:t>Koncept dizert</a:t>
            </a:r>
            <a:r>
              <a:rPr lang="sk-SK" sz="2000" dirty="0"/>
              <a:t>ačnej práce</a:t>
            </a:r>
          </a:p>
          <a:p>
            <a:r>
              <a:rPr lang="sk-SK" sz="2000" b="1" dirty="0"/>
              <a:t>doc. PaedDr. </a:t>
            </a:r>
            <a:r>
              <a:rPr lang="sk-SK" sz="2000" dirty="0"/>
              <a:t>Martin Magdin, </a:t>
            </a:r>
            <a:r>
              <a:rPr lang="sk-SK" sz="2000" b="1" dirty="0"/>
              <a:t>PhD.</a:t>
            </a:r>
            <a:r>
              <a:rPr lang="sk-SK" sz="2000" dirty="0"/>
              <a:t>                                                                </a:t>
            </a:r>
            <a:r>
              <a:rPr lang="sk-SK" sz="2000" b="1" dirty="0"/>
              <a:t>Mgr. </a:t>
            </a:r>
            <a:r>
              <a:rPr lang="sk-SK" sz="2000" dirty="0"/>
              <a:t>Matej Lužák, </a:t>
            </a:r>
            <a:r>
              <a:rPr lang="sk-SK" sz="2000" b="1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122261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46FDF28-A91D-1565-DF7F-6B6CFE457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Ciele výskumu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7D7C4D48-130B-F613-8F28-033289735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286000"/>
            <a:ext cx="10168128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sz="1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Hlavný cieľ</a:t>
            </a:r>
          </a:p>
          <a:p>
            <a:r>
              <a:rPr lang="sk-SK" sz="1800" dirty="0"/>
              <a:t>Analyzovať a porovnať volatilitu akciových trhov v </a:t>
            </a:r>
            <a:r>
              <a:rPr lang="sk-SK" sz="1800" b="1" dirty="0"/>
              <a:t>USA</a:t>
            </a:r>
            <a:r>
              <a:rPr lang="sk-SK" sz="1800" dirty="0"/>
              <a:t>, </a:t>
            </a:r>
            <a:r>
              <a:rPr lang="sk-SK" sz="1800" b="1" dirty="0"/>
              <a:t>Číne</a:t>
            </a:r>
            <a:r>
              <a:rPr lang="sk-SK" sz="1800" dirty="0"/>
              <a:t> a </a:t>
            </a:r>
            <a:r>
              <a:rPr lang="sk-SK" sz="1800" b="1" dirty="0"/>
              <a:t>Európe</a:t>
            </a:r>
            <a:r>
              <a:rPr lang="sk-SK" sz="1800" dirty="0"/>
              <a:t> v období pred pandémiou </a:t>
            </a:r>
            <a:r>
              <a:rPr lang="sk-SK" sz="1800" b="1" dirty="0"/>
              <a:t>COVID-19</a:t>
            </a:r>
            <a:r>
              <a:rPr lang="sk-SK" sz="1800" dirty="0"/>
              <a:t>, počas nej a v post-covidovom období s využitím metód umelej inteligencie na identifikáciu vzorov v časových radoch. </a:t>
            </a:r>
          </a:p>
          <a:p>
            <a:pPr marL="0" indent="0">
              <a:buNone/>
            </a:pPr>
            <a:r>
              <a:rPr lang="sk-SK" sz="1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Čiastkové ciele</a:t>
            </a:r>
          </a:p>
          <a:p>
            <a:r>
              <a:rPr lang="sk-SK" sz="1800" dirty="0"/>
              <a:t>Získať vhodné časové rady akciových trhov </a:t>
            </a:r>
            <a:r>
              <a:rPr lang="sk-SK" sz="1800" b="1" dirty="0"/>
              <a:t>USA</a:t>
            </a:r>
            <a:r>
              <a:rPr lang="sk-SK" sz="1800" dirty="0"/>
              <a:t>, </a:t>
            </a:r>
            <a:r>
              <a:rPr lang="sk-SK" sz="1800" b="1" dirty="0"/>
              <a:t>Európy</a:t>
            </a:r>
            <a:r>
              <a:rPr lang="sk-SK" sz="1800" dirty="0"/>
              <a:t> a </a:t>
            </a:r>
            <a:r>
              <a:rPr lang="sk-SK" sz="1800" b="1" dirty="0"/>
              <a:t>Číny</a:t>
            </a:r>
            <a:r>
              <a:rPr lang="sk-SK" sz="1800" dirty="0"/>
              <a:t>,</a:t>
            </a:r>
          </a:p>
          <a:p>
            <a:r>
              <a:rPr lang="sk-SK" sz="1800" dirty="0"/>
              <a:t>Predspracovať získané časové rady,</a:t>
            </a:r>
          </a:p>
          <a:p>
            <a:r>
              <a:rPr lang="sk-SK" sz="1800" dirty="0"/>
              <a:t>Zvoliť vhodné metódy na predikciu volatility,</a:t>
            </a:r>
          </a:p>
          <a:p>
            <a:r>
              <a:rPr lang="sk-SK" sz="1800" dirty="0"/>
              <a:t>Natrénovať modely strojového učenia,</a:t>
            </a:r>
          </a:p>
          <a:p>
            <a:r>
              <a:rPr lang="sk-SK" sz="1800" dirty="0"/>
              <a:t>Vyhodnotiť dosiahnuté výsledky.</a:t>
            </a:r>
          </a:p>
        </p:txBody>
      </p:sp>
    </p:spTree>
    <p:extLst>
      <p:ext uri="{BB962C8B-B14F-4D97-AF65-F5344CB8AC3E}">
        <p14:creationId xmlns:p14="http://schemas.microsoft.com/office/powerpoint/2010/main" val="14079856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969CCF5-1DBC-D64F-A418-E0D3525AF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Hypotézy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D299E122-982E-024E-9B3B-050AE20DA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650862" cy="3831336"/>
          </a:xfrm>
        </p:spPr>
        <p:txBody>
          <a:bodyPr>
            <a:normAutofit lnSpcReduction="10000"/>
          </a:bodyPr>
          <a:lstStyle/>
          <a:p>
            <a:r>
              <a:rPr lang="sk-SK" sz="2000" b="1" dirty="0"/>
              <a:t>H1: </a:t>
            </a:r>
            <a:r>
              <a:rPr lang="sk-SK" sz="2000" dirty="0"/>
              <a:t>Obdobie pandémie </a:t>
            </a:r>
            <a:r>
              <a:rPr lang="sk-SK" sz="2000" i="1" dirty="0"/>
              <a:t>COVID-19</a:t>
            </a:r>
            <a:r>
              <a:rPr lang="sk-SK" sz="2000" dirty="0"/>
              <a:t> viedlo k štatisticky významnému zvýšeniu volatility vybraných akciových indexov </a:t>
            </a:r>
            <a:r>
              <a:rPr lang="sk-SK" sz="2000" i="1" dirty="0"/>
              <a:t>USA</a:t>
            </a:r>
            <a:r>
              <a:rPr lang="sk-SK" sz="2000" dirty="0"/>
              <a:t>, </a:t>
            </a:r>
            <a:r>
              <a:rPr lang="sk-SK" sz="2000" i="1" dirty="0"/>
              <a:t>Európy</a:t>
            </a:r>
            <a:r>
              <a:rPr lang="sk-SK" sz="2000" dirty="0"/>
              <a:t> a </a:t>
            </a:r>
            <a:r>
              <a:rPr lang="sk-SK" sz="2000" i="1" dirty="0"/>
              <a:t>Číny</a:t>
            </a:r>
            <a:r>
              <a:rPr lang="sk-SK" sz="2000" dirty="0"/>
              <a:t>.</a:t>
            </a:r>
          </a:p>
          <a:p>
            <a:r>
              <a:rPr lang="sk-SK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H2: </a:t>
            </a:r>
            <a:r>
              <a:rPr lang="sk-SK" sz="2000" dirty="0"/>
              <a:t>Dynamika volatility sa medzi vybranými trhmi </a:t>
            </a:r>
            <a:r>
              <a:rPr lang="sk-SK" sz="2000" i="1" dirty="0"/>
              <a:t>USA</a:t>
            </a:r>
            <a:r>
              <a:rPr lang="sk-SK" sz="2000" dirty="0"/>
              <a:t>, </a:t>
            </a:r>
            <a:r>
              <a:rPr lang="sk-SK" sz="2000" i="1" dirty="0"/>
              <a:t>Európy</a:t>
            </a:r>
            <a:r>
              <a:rPr lang="sk-SK" sz="2000" dirty="0"/>
              <a:t> a </a:t>
            </a:r>
            <a:r>
              <a:rPr lang="sk-SK" sz="2000" i="1" dirty="0"/>
              <a:t>Číny</a:t>
            </a:r>
            <a:r>
              <a:rPr lang="sk-SK" sz="2000" dirty="0"/>
              <a:t> štatisticky významne líši.</a:t>
            </a:r>
          </a:p>
          <a:p>
            <a:r>
              <a:rPr lang="sk-SK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H3: </a:t>
            </a:r>
            <a:r>
              <a:rPr lang="sk-SK" sz="2000" dirty="0"/>
              <a:t>Asymetrické modely volatility dosahujú lepšiu výkonnosť počas krízových období ako symetrické modely volatility.</a:t>
            </a:r>
          </a:p>
          <a:p>
            <a:r>
              <a:rPr lang="sk-SK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H4: </a:t>
            </a:r>
            <a:r>
              <a:rPr lang="sk-SK" sz="2000" dirty="0"/>
              <a:t>Metódy strojového a hlbokého učenia nemajú štatisticky významne vyššiu predikčnú výkonnosť ako vybrané ekonometrické modely volatility.</a:t>
            </a:r>
          </a:p>
          <a:p>
            <a:r>
              <a:rPr lang="sk-SK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H5: </a:t>
            </a:r>
            <a:r>
              <a:rPr lang="sk-SK" sz="2000" dirty="0"/>
              <a:t>Identifikované vzory volatility akciových trhov sa pri použití porovnateľných zdrojov dát štatisticky významne nemenia.</a:t>
            </a:r>
          </a:p>
        </p:txBody>
      </p:sp>
    </p:spTree>
    <p:extLst>
      <p:ext uri="{BB962C8B-B14F-4D97-AF65-F5344CB8AC3E}">
        <p14:creationId xmlns:p14="http://schemas.microsoft.com/office/powerpoint/2010/main" val="10872556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F10AEA6-20C5-7F84-4661-BE5DBE2AC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Očakávané prínosy výskumu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E207072-0098-DFCC-2110-537C30EE26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3"/>
            <a:ext cx="10650862" cy="3698489"/>
          </a:xfrm>
        </p:spPr>
        <p:txBody>
          <a:bodyPr>
            <a:normAutofit/>
          </a:bodyPr>
          <a:lstStyle/>
          <a:p>
            <a:pPr>
              <a:buClr>
                <a:schemeClr val="tx1">
                  <a:lumMod val="95000"/>
                  <a:lumOff val="5000"/>
                </a:schemeClr>
              </a:buClr>
              <a:buSzPct val="110000"/>
            </a:pPr>
            <a:r>
              <a:rPr lang="sk-SK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1. </a:t>
            </a:r>
            <a:r>
              <a:rPr lang="sk-SK" sz="2000" dirty="0"/>
              <a:t>Empirické porovnanie modelov strojového učenia s ekonometrickými riešeniami,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110000"/>
            </a:pPr>
            <a:r>
              <a:rPr lang="sk-SK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2. </a:t>
            </a:r>
            <a:r>
              <a:rPr lang="sk-SK" sz="2000" dirty="0"/>
              <a:t>Praktické poznatky o správaní akciových trhov počas období so zvýšeným rizikom, 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110000"/>
            </a:pPr>
            <a:r>
              <a:rPr lang="sk-SK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3. </a:t>
            </a:r>
            <a:r>
              <a:rPr lang="sk-SK" sz="2000" dirty="0"/>
              <a:t>Komparatívna analýza volatility akciových trhov </a:t>
            </a:r>
            <a:r>
              <a:rPr lang="sk-SK" sz="2000" i="1" dirty="0"/>
              <a:t>USA</a:t>
            </a:r>
            <a:r>
              <a:rPr lang="sk-SK" sz="2000" dirty="0"/>
              <a:t>, </a:t>
            </a:r>
            <a:r>
              <a:rPr lang="sk-SK" sz="2000" i="1" dirty="0"/>
              <a:t>Európy</a:t>
            </a:r>
            <a:r>
              <a:rPr lang="sk-SK" sz="2000" dirty="0"/>
              <a:t> a </a:t>
            </a:r>
            <a:r>
              <a:rPr lang="sk-SK" sz="2000" i="1" dirty="0"/>
              <a:t>Číny</a:t>
            </a:r>
            <a:r>
              <a:rPr lang="sk-SK" sz="2000" dirty="0"/>
              <a:t>,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110000"/>
            </a:pPr>
            <a:r>
              <a:rPr lang="sk-SK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 </a:t>
            </a:r>
            <a:r>
              <a:rPr lang="sk-SK" sz="2000" dirty="0"/>
              <a:t>Identifikácia faktorov, ktoré vplývajú na dynamiku volatility,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110000"/>
            </a:pPr>
            <a:r>
              <a:rPr lang="sk-SK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5. </a:t>
            </a:r>
            <a:r>
              <a:rPr lang="sk-SK" sz="2000" dirty="0"/>
              <a:t>Definícia metodiky pre identifikáciu vzorov v časových radoch akciových trhov s dôrazom na metódy umelej inteligencie,</a:t>
            </a:r>
          </a:p>
          <a:p>
            <a:pPr>
              <a:buClr>
                <a:schemeClr val="tx1">
                  <a:lumMod val="95000"/>
                  <a:lumOff val="5000"/>
                </a:schemeClr>
              </a:buClr>
              <a:buSzPct val="110000"/>
            </a:pPr>
            <a:r>
              <a:rPr lang="sk-SK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6. </a:t>
            </a:r>
            <a:r>
              <a:rPr lang="sk-SK" sz="2000" dirty="0"/>
              <a:t>Poznatky o robustnosti definovanej metodiky vzhľadom na zdroj dát akciových indexov.</a:t>
            </a:r>
          </a:p>
        </p:txBody>
      </p:sp>
    </p:spTree>
    <p:extLst>
      <p:ext uri="{BB962C8B-B14F-4D97-AF65-F5344CB8AC3E}">
        <p14:creationId xmlns:p14="http://schemas.microsoft.com/office/powerpoint/2010/main" val="2170357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C213164-1120-5EEF-A30F-A0EBF54F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Návrh metodológie výskumu</a:t>
            </a:r>
          </a:p>
        </p:txBody>
      </p:sp>
      <p:graphicFrame>
        <p:nvGraphicFramePr>
          <p:cNvPr id="8" name="Zástupný objekt pre obsah 7">
            <a:extLst>
              <a:ext uri="{FF2B5EF4-FFF2-40B4-BE49-F238E27FC236}">
                <a16:creationId xmlns:a16="http://schemas.microsoft.com/office/drawing/2014/main" id="{74CB2277-2A64-6542-6E7C-F87CD32571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49491686"/>
              </p:ext>
            </p:extLst>
          </p:nvPr>
        </p:nvGraphicFramePr>
        <p:xfrm>
          <a:off x="586596" y="2156604"/>
          <a:ext cx="11128076" cy="41527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81028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0EE83F7-64F3-383A-80FF-8676C5FEF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Získanie a predspracovanie dát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9626B19-36B6-D1C9-00B6-4B1AC05E7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sk-SK" sz="19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Zdroje dát</a:t>
            </a:r>
          </a:p>
          <a:p>
            <a:r>
              <a:rPr lang="sk-SK" sz="1800" i="1" dirty="0"/>
              <a:t>Stooq.pl</a:t>
            </a:r>
            <a:r>
              <a:rPr lang="sk-SK" sz="1800" dirty="0"/>
              <a:t> a </a:t>
            </a:r>
            <a:r>
              <a:rPr lang="sk-SK" sz="1800" i="1" dirty="0"/>
              <a:t>Yahoo </a:t>
            </a:r>
            <a:r>
              <a:rPr lang="sk-SK" sz="1800" i="1" dirty="0" err="1"/>
              <a:t>Finance</a:t>
            </a:r>
            <a:r>
              <a:rPr lang="sk-SK" sz="1800" dirty="0"/>
              <a:t>.</a:t>
            </a:r>
          </a:p>
          <a:p>
            <a:pPr marL="0" indent="0">
              <a:buNone/>
            </a:pPr>
            <a:r>
              <a:rPr lang="sk-SK" sz="1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Vybrané akciové indexy</a:t>
            </a:r>
            <a:endParaRPr lang="sk-SK" sz="1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sk-SK" sz="1800" dirty="0"/>
              <a:t>Indexy top </a:t>
            </a:r>
            <a:r>
              <a:rPr lang="sk-SK" sz="1800" i="1" dirty="0"/>
              <a:t>30</a:t>
            </a:r>
            <a:r>
              <a:rPr lang="sk-SK" sz="1800" dirty="0"/>
              <a:t> firiem pre daný trh.</a:t>
            </a:r>
          </a:p>
          <a:p>
            <a:pPr marL="0" indent="0">
              <a:buNone/>
            </a:pPr>
            <a:r>
              <a:rPr lang="sk-SK" sz="1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Rozdelenie dát</a:t>
            </a:r>
          </a:p>
          <a:p>
            <a:pPr lvl="0"/>
            <a:r>
              <a:rPr lang="sk-SK" sz="1800" dirty="0"/>
              <a:t>Obdobie pred pandémiou (</a:t>
            </a:r>
            <a:r>
              <a:rPr lang="sk-SK" sz="1800" i="1" dirty="0"/>
              <a:t>2016-2019</a:t>
            </a:r>
            <a:r>
              <a:rPr lang="sk-SK" sz="1800" dirty="0"/>
              <a:t>),</a:t>
            </a:r>
          </a:p>
          <a:p>
            <a:pPr lvl="0"/>
            <a:r>
              <a:rPr lang="sk-SK" sz="1800" dirty="0"/>
              <a:t>Obdobie </a:t>
            </a:r>
            <a:r>
              <a:rPr lang="sk-SK" sz="1800" i="1" dirty="0"/>
              <a:t>COVID-19</a:t>
            </a:r>
            <a:r>
              <a:rPr lang="sk-SK" sz="1800" dirty="0"/>
              <a:t> (</a:t>
            </a:r>
            <a:r>
              <a:rPr lang="sk-SK" sz="1800" i="1" dirty="0"/>
              <a:t>2020-2022</a:t>
            </a:r>
            <a:r>
              <a:rPr lang="sk-SK" sz="1800" dirty="0"/>
              <a:t>),</a:t>
            </a:r>
          </a:p>
          <a:p>
            <a:pPr lvl="0"/>
            <a:r>
              <a:rPr lang="sk-SK" sz="1800" dirty="0" err="1"/>
              <a:t>Postpandemické</a:t>
            </a:r>
            <a:r>
              <a:rPr lang="sk-SK" sz="1800" dirty="0"/>
              <a:t> obdobie (</a:t>
            </a:r>
            <a:r>
              <a:rPr lang="sk-SK" sz="1800" i="1" dirty="0"/>
              <a:t>2023-2026</a:t>
            </a:r>
            <a:r>
              <a:rPr lang="sk-SK" sz="1800" dirty="0"/>
              <a:t>).</a:t>
            </a:r>
          </a:p>
          <a:p>
            <a:endParaRPr lang="sk-SK" sz="1900" dirty="0"/>
          </a:p>
          <a:p>
            <a:pPr marL="0" indent="0">
              <a:buNone/>
            </a:pPr>
            <a:endParaRPr lang="sk-SK" sz="1800" dirty="0"/>
          </a:p>
        </p:txBody>
      </p:sp>
      <p:pic>
        <p:nvPicPr>
          <p:cNvPr id="5" name="Obrázok 4">
            <a:extLst>
              <a:ext uri="{FF2B5EF4-FFF2-40B4-BE49-F238E27FC236}">
                <a16:creationId xmlns:a16="http://schemas.microsoft.com/office/drawing/2014/main" id="{E856B261-0408-EC85-F891-513298EDF7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570" y="3305182"/>
            <a:ext cx="5001323" cy="19433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BlokTextu 5">
            <a:extLst>
              <a:ext uri="{FF2B5EF4-FFF2-40B4-BE49-F238E27FC236}">
                <a16:creationId xmlns:a16="http://schemas.microsoft.com/office/drawing/2014/main" id="{3FA578DD-26C9-26FC-9385-A2FFADA90708}"/>
              </a:ext>
            </a:extLst>
          </p:cNvPr>
          <p:cNvSpPr txBox="1"/>
          <p:nvPr/>
        </p:nvSpPr>
        <p:spPr>
          <a:xfrm>
            <a:off x="6546570" y="2935850"/>
            <a:ext cx="44512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1400" dirty="0"/>
              <a:t>Príklad časového radu </a:t>
            </a:r>
            <a:r>
              <a:rPr lang="en-US" sz="1400" dirty="0"/>
              <a:t>(</a:t>
            </a:r>
            <a:r>
              <a:rPr lang="sk-SK" sz="1400" i="1" dirty="0"/>
              <a:t>Nemecký DAX, Stooq.pl</a:t>
            </a:r>
            <a:r>
              <a:rPr lang="en-US" sz="1400" dirty="0"/>
              <a:t>)</a:t>
            </a:r>
            <a:endParaRPr lang="sk-SK" sz="1400" dirty="0"/>
          </a:p>
        </p:txBody>
      </p:sp>
    </p:spTree>
    <p:extLst>
      <p:ext uri="{BB962C8B-B14F-4D97-AF65-F5344CB8AC3E}">
        <p14:creationId xmlns:p14="http://schemas.microsoft.com/office/powerpoint/2010/main" val="2442349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15E400A-AACB-763D-21C1-5E373FA7A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Modelovanie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77493ED-6217-122B-0465-474AD139C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sk-SK" sz="1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Ekonometrické modely volatility</a:t>
            </a:r>
          </a:p>
          <a:p>
            <a:r>
              <a:rPr lang="sk-SK" sz="1800" dirty="0"/>
              <a:t>GARCH </a:t>
            </a:r>
            <a:r>
              <a:rPr lang="en-GB" sz="1800" dirty="0"/>
              <a:t>(1,1)</a:t>
            </a:r>
            <a:r>
              <a:rPr lang="sk-SK" sz="1800" dirty="0"/>
              <a:t>,</a:t>
            </a:r>
            <a:endParaRPr lang="en-GB" sz="1800" dirty="0"/>
          </a:p>
          <a:p>
            <a:r>
              <a:rPr lang="en-GB" sz="1800" dirty="0"/>
              <a:t>GJR-GARCH</a:t>
            </a:r>
            <a:r>
              <a:rPr lang="sk-SK" sz="1800" dirty="0"/>
              <a:t>,</a:t>
            </a:r>
            <a:endParaRPr lang="en-GB" sz="1800" dirty="0"/>
          </a:p>
          <a:p>
            <a:r>
              <a:rPr lang="sk-SK" sz="1800" dirty="0"/>
              <a:t>Asymetrický </a:t>
            </a:r>
            <a:r>
              <a:rPr lang="en-GB" sz="1800" dirty="0"/>
              <a:t>HAR</a:t>
            </a:r>
            <a:r>
              <a:rPr lang="sk-SK" sz="1800" dirty="0"/>
              <a:t> model.</a:t>
            </a:r>
          </a:p>
          <a:p>
            <a:pPr marL="0" indent="0">
              <a:buNone/>
            </a:pPr>
            <a:r>
              <a:rPr lang="sk-SK" sz="1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Modely strojového učenia</a:t>
            </a:r>
          </a:p>
          <a:p>
            <a:r>
              <a:rPr lang="en-GB" sz="1800" dirty="0" err="1"/>
              <a:t>XGBoost</a:t>
            </a:r>
            <a:r>
              <a:rPr lang="en-GB" sz="1800" dirty="0"/>
              <a:t>,</a:t>
            </a:r>
          </a:p>
          <a:p>
            <a:r>
              <a:rPr lang="en-GB" sz="1800" dirty="0"/>
              <a:t>LSTM</a:t>
            </a:r>
            <a:r>
              <a:rPr lang="sk-SK" sz="1800" dirty="0"/>
              <a:t>.</a:t>
            </a:r>
          </a:p>
          <a:p>
            <a:pPr marL="0" indent="0">
              <a:buNone/>
            </a:pPr>
            <a:r>
              <a:rPr lang="sk-SK" sz="1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Trénovanie</a:t>
            </a:r>
          </a:p>
          <a:p>
            <a:r>
              <a:rPr lang="sk-SK" sz="1800" dirty="0" err="1"/>
              <a:t>Rolling-window</a:t>
            </a:r>
            <a:r>
              <a:rPr lang="sk-SK" sz="1800" dirty="0"/>
              <a:t> prístup.</a:t>
            </a:r>
          </a:p>
          <a:p>
            <a:endParaRPr lang="sk-SK" sz="1800" dirty="0"/>
          </a:p>
        </p:txBody>
      </p:sp>
    </p:spTree>
    <p:extLst>
      <p:ext uri="{BB962C8B-B14F-4D97-AF65-F5344CB8AC3E}">
        <p14:creationId xmlns:p14="http://schemas.microsoft.com/office/powerpoint/2010/main" val="1157865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D317A53-DDDD-3907-2C30-AD0DDB920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Vyhodnotenie výsledkov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5D8F990-BE82-27A7-BC5E-2C3A5A01D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sk-SK" sz="1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Testovanie modelov</a:t>
            </a:r>
          </a:p>
          <a:p>
            <a:r>
              <a:rPr lang="sk-SK" sz="1800" dirty="0"/>
              <a:t>Metriky </a:t>
            </a:r>
            <a:r>
              <a:rPr lang="sk-SK" sz="1800" i="1" dirty="0"/>
              <a:t>RMSE</a:t>
            </a:r>
            <a:r>
              <a:rPr lang="sk-SK" sz="1800" dirty="0"/>
              <a:t> a </a:t>
            </a:r>
            <a:r>
              <a:rPr lang="sk-SK" sz="1800" i="1" dirty="0"/>
              <a:t>QLIKE</a:t>
            </a:r>
            <a:r>
              <a:rPr lang="sk-SK" sz="1800" dirty="0"/>
              <a:t>,</a:t>
            </a:r>
          </a:p>
          <a:p>
            <a:r>
              <a:rPr lang="sk-SK" sz="1800" dirty="0"/>
              <a:t>Porovnanie výsledkov </a:t>
            </a:r>
            <a:r>
              <a:rPr lang="sk-SK" sz="1800" i="1" dirty="0"/>
              <a:t>Stooq.pl</a:t>
            </a:r>
            <a:r>
              <a:rPr lang="sk-SK" sz="1800" dirty="0"/>
              <a:t> a </a:t>
            </a:r>
            <a:r>
              <a:rPr lang="sk-SK" sz="1800" i="1" dirty="0"/>
              <a:t>Yahoo </a:t>
            </a:r>
            <a:r>
              <a:rPr lang="sk-SK" sz="1800" i="1" dirty="0" err="1"/>
              <a:t>Finance</a:t>
            </a:r>
            <a:r>
              <a:rPr lang="sk-SK" sz="1800" dirty="0"/>
              <a:t>.</a:t>
            </a:r>
          </a:p>
          <a:p>
            <a:pPr marL="0" indent="0">
              <a:buNone/>
            </a:pPr>
            <a:r>
              <a:rPr lang="en-US" sz="1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</a:t>
            </a:r>
            <a:r>
              <a:rPr lang="sk-SK" sz="18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yhodnotenie</a:t>
            </a:r>
            <a:r>
              <a:rPr lang="sk-SK" sz="1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volatility</a:t>
            </a:r>
          </a:p>
          <a:p>
            <a:r>
              <a:rPr lang="sk-SK" sz="1800" dirty="0"/>
              <a:t>Empirické porovnanie správania volatility trhov,</a:t>
            </a:r>
          </a:p>
          <a:p>
            <a:r>
              <a:rPr lang="sk-SK" sz="1800" dirty="0"/>
              <a:t>Identifikácia vplyvu geopolitických šokov na volatilitu trhov,</a:t>
            </a:r>
          </a:p>
          <a:p>
            <a:r>
              <a:rPr lang="sk-SK" sz="1800" dirty="0"/>
              <a:t>Identifikácia faktorov vplývajúcich na volatilitu trhov.</a:t>
            </a:r>
          </a:p>
        </p:txBody>
      </p:sp>
    </p:spTree>
    <p:extLst>
      <p:ext uri="{BB962C8B-B14F-4D97-AF65-F5344CB8AC3E}">
        <p14:creationId xmlns:p14="http://schemas.microsoft.com/office/powerpoint/2010/main" val="11072239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5DC40-1B9C-EF0C-7017-A509948CA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9C20C6E-B821-876F-7644-9262D463D1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386903"/>
          </a:xfrm>
        </p:spPr>
        <p:txBody>
          <a:bodyPr>
            <a:noAutofit/>
          </a:bodyPr>
          <a:lstStyle/>
          <a:p>
            <a:pPr algn="ctr"/>
            <a:r>
              <a:rPr lang="sk-SK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Ďakujem za pozornosť</a:t>
            </a:r>
            <a:endParaRPr lang="sk-SK" sz="4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155612937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Zvýrazňujúce pole</Template>
  <TotalTime>374</TotalTime>
  <Words>444</Words>
  <Application>Microsoft Office PowerPoint</Application>
  <PresentationFormat>Širokouhlá</PresentationFormat>
  <Paragraphs>74</Paragraphs>
  <Slides>9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3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9</vt:i4>
      </vt:variant>
    </vt:vector>
  </HeadingPairs>
  <TitlesOfParts>
    <vt:vector size="13" baseType="lpstr">
      <vt:lpstr>Arial</vt:lpstr>
      <vt:lpstr>Avenir Next LT Pro</vt:lpstr>
      <vt:lpstr>Calibri</vt:lpstr>
      <vt:lpstr>AccentBoxVTI</vt:lpstr>
      <vt:lpstr>Identifikácia vzorov v časových radoch pre komparáciu volatility akciových trhov USA, Číny a Európy pomocou metód umelej inteligencie</vt:lpstr>
      <vt:lpstr>Ciele výskumu</vt:lpstr>
      <vt:lpstr>Hypotézy</vt:lpstr>
      <vt:lpstr>Očakávané prínosy výskumu</vt:lpstr>
      <vt:lpstr>Návrh metodológie výskumu</vt:lpstr>
      <vt:lpstr>Získanie a predspracovanie dát</vt:lpstr>
      <vt:lpstr>Modelovanie</vt:lpstr>
      <vt:lpstr>Vyhodnotenie výsledkov</vt:lpstr>
      <vt:lpstr>Ďakujem za pozornosť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Matej Lužák</dc:creator>
  <cp:lastModifiedBy>Matej Lužák</cp:lastModifiedBy>
  <cp:revision>38</cp:revision>
  <dcterms:created xsi:type="dcterms:W3CDTF">2026-06-01T16:03:27Z</dcterms:created>
  <dcterms:modified xsi:type="dcterms:W3CDTF">2026-06-20T11:57:41Z</dcterms:modified>
</cp:coreProperties>
</file>